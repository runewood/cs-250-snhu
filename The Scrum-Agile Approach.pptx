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1"/>
  </p:notesMasterIdLst>
  <p:handoutMasterIdLst>
    <p:handoutMasterId r:id="rId12"/>
  </p:handoutMasterIdLst>
  <p:sldIdLst>
    <p:sldId id="256" r:id="rId5"/>
    <p:sldId id="261" r:id="rId6"/>
    <p:sldId id="258" r:id="rId7"/>
    <p:sldId id="259" r:id="rId8"/>
    <p:sldId id="262"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AA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150" d="100"/>
          <a:sy n="150" d="100"/>
        </p:scale>
        <p:origin x="2946" y="13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372B17-7F8E-4760-A3DF-36594F0AE2F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F0FAA56-86CA-44A6-A6BE-AA8D6C06F3C5}">
      <dgm:prSet/>
      <dgm:spPr/>
      <dgm:t>
        <a:bodyPr/>
        <a:lstStyle/>
        <a:p>
          <a:r>
            <a:rPr lang="en-US" dirty="0"/>
            <a:t>Scrum Master – Facilitator of Scrum events, Daily Scrums, and drives teams’ ability to get the tasks done through good leadership and influence (Kaczor, 2025). Think of them as the organizer who fosters a solid team environment and manages all the talent on the team.</a:t>
          </a:r>
        </a:p>
      </dgm:t>
    </dgm:pt>
    <dgm:pt modelId="{6445D4A4-C82C-4DD1-A0D3-1A4990151CA6}" type="parTrans" cxnId="{073B1237-11CC-46EC-95C1-CDA0F7CF0237}">
      <dgm:prSet/>
      <dgm:spPr/>
      <dgm:t>
        <a:bodyPr/>
        <a:lstStyle/>
        <a:p>
          <a:endParaRPr lang="en-US"/>
        </a:p>
      </dgm:t>
    </dgm:pt>
    <dgm:pt modelId="{46CB6A66-E1E2-4070-946B-760F1E4A35F2}" type="sibTrans" cxnId="{073B1237-11CC-46EC-95C1-CDA0F7CF0237}">
      <dgm:prSet/>
      <dgm:spPr/>
      <dgm:t>
        <a:bodyPr/>
        <a:lstStyle/>
        <a:p>
          <a:endParaRPr lang="en-US"/>
        </a:p>
      </dgm:t>
    </dgm:pt>
    <dgm:pt modelId="{D2CD1943-0B84-4742-B5F4-93F9C7E3F308}">
      <dgm:prSet/>
      <dgm:spPr/>
      <dgm:t>
        <a:bodyPr/>
        <a:lstStyle/>
        <a:p>
          <a:r>
            <a:rPr lang="en-US" dirty="0"/>
            <a:t>Product Owner – The communicator between customers,  the Scrum team, and executives to prioritize goals and enhance transparency.  They are ultimately responsible for the product decisions (Kaczor, 2025). One of the most vital members of the Scrum Team, as Agile relies on good communication and transparency.</a:t>
          </a:r>
        </a:p>
      </dgm:t>
    </dgm:pt>
    <dgm:pt modelId="{642DA8A5-92FA-4E3D-A6F9-B0E792270323}" type="parTrans" cxnId="{F744F11B-592A-48F4-A91F-281321981C8D}">
      <dgm:prSet/>
      <dgm:spPr/>
      <dgm:t>
        <a:bodyPr/>
        <a:lstStyle/>
        <a:p>
          <a:endParaRPr lang="en-US"/>
        </a:p>
      </dgm:t>
    </dgm:pt>
    <dgm:pt modelId="{B9487311-1AB2-43E3-A2E4-D64A20E7ED27}" type="sibTrans" cxnId="{F744F11B-592A-48F4-A91F-281321981C8D}">
      <dgm:prSet/>
      <dgm:spPr/>
      <dgm:t>
        <a:bodyPr/>
        <a:lstStyle/>
        <a:p>
          <a:endParaRPr lang="en-US"/>
        </a:p>
      </dgm:t>
    </dgm:pt>
    <dgm:pt modelId="{C8114AF6-4EE4-49C0-ACDB-97AC8D45EAE4}">
      <dgm:prSet/>
      <dgm:spPr/>
      <dgm:t>
        <a:bodyPr/>
        <a:lstStyle/>
        <a:p>
          <a:r>
            <a:rPr lang="en-US" dirty="0"/>
            <a:t>Developer – The one who writes the code,  builds the functions and features to be tested, and implements the software. These members will be your workhorses, tackling the software challenges and scaffolding your main product.</a:t>
          </a:r>
        </a:p>
      </dgm:t>
    </dgm:pt>
    <dgm:pt modelId="{ABBB86D4-E85B-4D70-8618-D98492EA5961}" type="parTrans" cxnId="{40C71A82-B3FC-43EF-B296-7047D36751E6}">
      <dgm:prSet/>
      <dgm:spPr/>
      <dgm:t>
        <a:bodyPr/>
        <a:lstStyle/>
        <a:p>
          <a:endParaRPr lang="en-US"/>
        </a:p>
      </dgm:t>
    </dgm:pt>
    <dgm:pt modelId="{9E6753BF-A338-480B-8259-4DD9BCDA28AA}" type="sibTrans" cxnId="{40C71A82-B3FC-43EF-B296-7047D36751E6}">
      <dgm:prSet/>
      <dgm:spPr/>
      <dgm:t>
        <a:bodyPr/>
        <a:lstStyle/>
        <a:p>
          <a:endParaRPr lang="en-US"/>
        </a:p>
      </dgm:t>
    </dgm:pt>
    <dgm:pt modelId="{84B90C3D-533D-48BC-A896-EFD84C9B3539}">
      <dgm:prSet/>
      <dgm:spPr/>
      <dgm:t>
        <a:bodyPr/>
        <a:lstStyle/>
        <a:p>
          <a:r>
            <a:rPr lang="en-US" dirty="0"/>
            <a:t>Tester – The team member who builds test parameters for the developers using the data, feature requests, or issues they get from customer feedback or executive desires from the Product Owner. They can help find issues during development so the product gets continuous refinement throughout the life cycle.</a:t>
          </a:r>
        </a:p>
      </dgm:t>
    </dgm:pt>
    <dgm:pt modelId="{B5248202-6F64-4787-A97B-2074375C5971}" type="parTrans" cxnId="{9F9BC04D-6172-4AAD-A163-F45795F206F8}">
      <dgm:prSet/>
      <dgm:spPr/>
      <dgm:t>
        <a:bodyPr/>
        <a:lstStyle/>
        <a:p>
          <a:endParaRPr lang="en-US"/>
        </a:p>
      </dgm:t>
    </dgm:pt>
    <dgm:pt modelId="{F15F67BD-F80D-44F5-AD41-680B2D63C5E6}" type="sibTrans" cxnId="{9F9BC04D-6172-4AAD-A163-F45795F206F8}">
      <dgm:prSet/>
      <dgm:spPr/>
      <dgm:t>
        <a:bodyPr/>
        <a:lstStyle/>
        <a:p>
          <a:endParaRPr lang="en-US"/>
        </a:p>
      </dgm:t>
    </dgm:pt>
    <dgm:pt modelId="{A2F08B09-E33E-46E1-8EF0-413E02C53AE1}" type="pres">
      <dgm:prSet presAssocID="{27372B17-7F8E-4760-A3DF-36594F0AE2FD}" presName="root" presStyleCnt="0">
        <dgm:presLayoutVars>
          <dgm:dir/>
          <dgm:resizeHandles val="exact"/>
        </dgm:presLayoutVars>
      </dgm:prSet>
      <dgm:spPr/>
    </dgm:pt>
    <dgm:pt modelId="{DE145529-886D-41BD-9EA9-ECCDDCDD88B6}" type="pres">
      <dgm:prSet presAssocID="{0F0FAA56-86CA-44A6-A6BE-AA8D6C06F3C5}" presName="compNode" presStyleCnt="0"/>
      <dgm:spPr/>
    </dgm:pt>
    <dgm:pt modelId="{87C27EA3-2D27-45A6-8675-6CCCAEA7648E}" type="pres">
      <dgm:prSet presAssocID="{0F0FAA56-86CA-44A6-A6BE-AA8D6C06F3C5}" presName="bgRect" presStyleLbl="bgShp" presStyleIdx="0" presStyleCnt="4" custLinFactNeighborX="-1554" custLinFactNeighborY="4924"/>
      <dgm:spPr/>
    </dgm:pt>
    <dgm:pt modelId="{D124A40B-19B7-4B1E-8A12-BE1D44E30340}" type="pres">
      <dgm:prSet presAssocID="{0F0FAA56-86CA-44A6-A6BE-AA8D6C06F3C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oup of People"/>
        </a:ext>
      </dgm:extLst>
    </dgm:pt>
    <dgm:pt modelId="{CDCD83ED-FDD6-45B4-9264-4FEF93BE2FF9}" type="pres">
      <dgm:prSet presAssocID="{0F0FAA56-86CA-44A6-A6BE-AA8D6C06F3C5}" presName="spaceRect" presStyleCnt="0"/>
      <dgm:spPr/>
    </dgm:pt>
    <dgm:pt modelId="{A3B2125B-1462-418E-A856-B951911B1C64}" type="pres">
      <dgm:prSet presAssocID="{0F0FAA56-86CA-44A6-A6BE-AA8D6C06F3C5}" presName="parTx" presStyleLbl="revTx" presStyleIdx="0" presStyleCnt="4">
        <dgm:presLayoutVars>
          <dgm:chMax val="0"/>
          <dgm:chPref val="0"/>
        </dgm:presLayoutVars>
      </dgm:prSet>
      <dgm:spPr/>
    </dgm:pt>
    <dgm:pt modelId="{367C25BB-3544-44A2-94AB-4E4BE39D113D}" type="pres">
      <dgm:prSet presAssocID="{46CB6A66-E1E2-4070-946B-760F1E4A35F2}" presName="sibTrans" presStyleCnt="0"/>
      <dgm:spPr/>
    </dgm:pt>
    <dgm:pt modelId="{F551D018-9C54-494A-A8E5-5E953BD92CBC}" type="pres">
      <dgm:prSet presAssocID="{D2CD1943-0B84-4742-B5F4-93F9C7E3F308}" presName="compNode" presStyleCnt="0"/>
      <dgm:spPr/>
    </dgm:pt>
    <dgm:pt modelId="{C36362CB-A6A4-47F4-8721-EF7D3583C753}" type="pres">
      <dgm:prSet presAssocID="{D2CD1943-0B84-4742-B5F4-93F9C7E3F308}" presName="bgRect" presStyleLbl="bgShp" presStyleIdx="1" presStyleCnt="4"/>
      <dgm:spPr/>
    </dgm:pt>
    <dgm:pt modelId="{0EEA1472-3E64-4BD6-A0FA-A8E206B7A9DF}" type="pres">
      <dgm:prSet presAssocID="{D2CD1943-0B84-4742-B5F4-93F9C7E3F30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A925E556-1F35-451C-AD4C-AF6C082ED86E}" type="pres">
      <dgm:prSet presAssocID="{D2CD1943-0B84-4742-B5F4-93F9C7E3F308}" presName="spaceRect" presStyleCnt="0"/>
      <dgm:spPr/>
    </dgm:pt>
    <dgm:pt modelId="{4482417E-85C8-4430-BB97-AFA144D2CBE9}" type="pres">
      <dgm:prSet presAssocID="{D2CD1943-0B84-4742-B5F4-93F9C7E3F308}" presName="parTx" presStyleLbl="revTx" presStyleIdx="1" presStyleCnt="4">
        <dgm:presLayoutVars>
          <dgm:chMax val="0"/>
          <dgm:chPref val="0"/>
        </dgm:presLayoutVars>
      </dgm:prSet>
      <dgm:spPr/>
    </dgm:pt>
    <dgm:pt modelId="{DD0D782F-C580-41F3-BC56-CC182CC07F15}" type="pres">
      <dgm:prSet presAssocID="{B9487311-1AB2-43E3-A2E4-D64A20E7ED27}" presName="sibTrans" presStyleCnt="0"/>
      <dgm:spPr/>
    </dgm:pt>
    <dgm:pt modelId="{D3E283C8-8D70-49C6-8082-38D2D7A44D1C}" type="pres">
      <dgm:prSet presAssocID="{C8114AF6-4EE4-49C0-ACDB-97AC8D45EAE4}" presName="compNode" presStyleCnt="0"/>
      <dgm:spPr/>
    </dgm:pt>
    <dgm:pt modelId="{129D6B77-5887-4D5D-9203-95DEF337413D}" type="pres">
      <dgm:prSet presAssocID="{C8114AF6-4EE4-49C0-ACDB-97AC8D45EAE4}" presName="bgRect" presStyleLbl="bgShp" presStyleIdx="2" presStyleCnt="4"/>
      <dgm:spPr/>
    </dgm:pt>
    <dgm:pt modelId="{82A631E2-4D0B-41D3-83FA-D5D79084710A}" type="pres">
      <dgm:prSet presAssocID="{C8114AF6-4EE4-49C0-ACDB-97AC8D45EAE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grammer"/>
        </a:ext>
      </dgm:extLst>
    </dgm:pt>
    <dgm:pt modelId="{8C8C3159-3D00-4C32-B762-1B0ACE4F1493}" type="pres">
      <dgm:prSet presAssocID="{C8114AF6-4EE4-49C0-ACDB-97AC8D45EAE4}" presName="spaceRect" presStyleCnt="0"/>
      <dgm:spPr/>
    </dgm:pt>
    <dgm:pt modelId="{CC7B5167-3A22-4008-9218-4A2DF0E736CA}" type="pres">
      <dgm:prSet presAssocID="{C8114AF6-4EE4-49C0-ACDB-97AC8D45EAE4}" presName="parTx" presStyleLbl="revTx" presStyleIdx="2" presStyleCnt="4">
        <dgm:presLayoutVars>
          <dgm:chMax val="0"/>
          <dgm:chPref val="0"/>
        </dgm:presLayoutVars>
      </dgm:prSet>
      <dgm:spPr/>
    </dgm:pt>
    <dgm:pt modelId="{7BF6E699-4086-415D-897D-A6B28FF8CF08}" type="pres">
      <dgm:prSet presAssocID="{9E6753BF-A338-480B-8259-4DD9BCDA28AA}" presName="sibTrans" presStyleCnt="0"/>
      <dgm:spPr/>
    </dgm:pt>
    <dgm:pt modelId="{6EF34727-530F-4481-919C-A32A808A0531}" type="pres">
      <dgm:prSet presAssocID="{84B90C3D-533D-48BC-A896-EFD84C9B3539}" presName="compNode" presStyleCnt="0"/>
      <dgm:spPr/>
    </dgm:pt>
    <dgm:pt modelId="{2CFAD3A0-F52C-4FDF-8D0E-DA2EF1BE873F}" type="pres">
      <dgm:prSet presAssocID="{84B90C3D-533D-48BC-A896-EFD84C9B3539}" presName="bgRect" presStyleLbl="bgShp" presStyleIdx="3" presStyleCnt="4"/>
      <dgm:spPr/>
    </dgm:pt>
    <dgm:pt modelId="{F138333F-8419-4399-889C-920C3350ECE0}" type="pres">
      <dgm:prSet presAssocID="{84B90C3D-533D-48BC-A896-EFD84C9B353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09B25A32-2A89-47F4-9E56-D2E9FFEF89C0}" type="pres">
      <dgm:prSet presAssocID="{84B90C3D-533D-48BC-A896-EFD84C9B3539}" presName="spaceRect" presStyleCnt="0"/>
      <dgm:spPr/>
    </dgm:pt>
    <dgm:pt modelId="{21F037E9-DB05-41A7-A71E-E1629551EEC8}" type="pres">
      <dgm:prSet presAssocID="{84B90C3D-533D-48BC-A896-EFD84C9B3539}" presName="parTx" presStyleLbl="revTx" presStyleIdx="3" presStyleCnt="4">
        <dgm:presLayoutVars>
          <dgm:chMax val="0"/>
          <dgm:chPref val="0"/>
        </dgm:presLayoutVars>
      </dgm:prSet>
      <dgm:spPr/>
    </dgm:pt>
  </dgm:ptLst>
  <dgm:cxnLst>
    <dgm:cxn modelId="{F744F11B-592A-48F4-A91F-281321981C8D}" srcId="{27372B17-7F8E-4760-A3DF-36594F0AE2FD}" destId="{D2CD1943-0B84-4742-B5F4-93F9C7E3F308}" srcOrd="1" destOrd="0" parTransId="{642DA8A5-92FA-4E3D-A6F9-B0E792270323}" sibTransId="{B9487311-1AB2-43E3-A2E4-D64A20E7ED27}"/>
    <dgm:cxn modelId="{073B1237-11CC-46EC-95C1-CDA0F7CF0237}" srcId="{27372B17-7F8E-4760-A3DF-36594F0AE2FD}" destId="{0F0FAA56-86CA-44A6-A6BE-AA8D6C06F3C5}" srcOrd="0" destOrd="0" parTransId="{6445D4A4-C82C-4DD1-A0D3-1A4990151CA6}" sibTransId="{46CB6A66-E1E2-4070-946B-760F1E4A35F2}"/>
    <dgm:cxn modelId="{9F9BC04D-6172-4AAD-A163-F45795F206F8}" srcId="{27372B17-7F8E-4760-A3DF-36594F0AE2FD}" destId="{84B90C3D-533D-48BC-A896-EFD84C9B3539}" srcOrd="3" destOrd="0" parTransId="{B5248202-6F64-4787-A97B-2074375C5971}" sibTransId="{F15F67BD-F80D-44F5-AD41-680B2D63C5E6}"/>
    <dgm:cxn modelId="{C076D675-85D1-4405-8ACA-8A1D00471520}" type="presOf" srcId="{D2CD1943-0B84-4742-B5F4-93F9C7E3F308}" destId="{4482417E-85C8-4430-BB97-AFA144D2CBE9}" srcOrd="0" destOrd="0" presId="urn:microsoft.com/office/officeart/2018/2/layout/IconVerticalSolidList"/>
    <dgm:cxn modelId="{40C71A82-B3FC-43EF-B296-7047D36751E6}" srcId="{27372B17-7F8E-4760-A3DF-36594F0AE2FD}" destId="{C8114AF6-4EE4-49C0-ACDB-97AC8D45EAE4}" srcOrd="2" destOrd="0" parTransId="{ABBB86D4-E85B-4D70-8618-D98492EA5961}" sibTransId="{9E6753BF-A338-480B-8259-4DD9BCDA28AA}"/>
    <dgm:cxn modelId="{E984F0A5-5A1C-47C2-B9ED-4208F19F7106}" type="presOf" srcId="{C8114AF6-4EE4-49C0-ACDB-97AC8D45EAE4}" destId="{CC7B5167-3A22-4008-9218-4A2DF0E736CA}" srcOrd="0" destOrd="0" presId="urn:microsoft.com/office/officeart/2018/2/layout/IconVerticalSolidList"/>
    <dgm:cxn modelId="{0C269BD3-A16B-4655-8B00-CDFF464C46C4}" type="presOf" srcId="{0F0FAA56-86CA-44A6-A6BE-AA8D6C06F3C5}" destId="{A3B2125B-1462-418E-A856-B951911B1C64}" srcOrd="0" destOrd="0" presId="urn:microsoft.com/office/officeart/2018/2/layout/IconVerticalSolidList"/>
    <dgm:cxn modelId="{58CEB0E9-3FFE-4FDD-BCF8-C6E85C3C1AF8}" type="presOf" srcId="{27372B17-7F8E-4760-A3DF-36594F0AE2FD}" destId="{A2F08B09-E33E-46E1-8EF0-413E02C53AE1}" srcOrd="0" destOrd="0" presId="urn:microsoft.com/office/officeart/2018/2/layout/IconVerticalSolidList"/>
    <dgm:cxn modelId="{EA1AA8ED-F559-4B0B-9452-449694133182}" type="presOf" srcId="{84B90C3D-533D-48BC-A896-EFD84C9B3539}" destId="{21F037E9-DB05-41A7-A71E-E1629551EEC8}" srcOrd="0" destOrd="0" presId="urn:microsoft.com/office/officeart/2018/2/layout/IconVerticalSolidList"/>
    <dgm:cxn modelId="{5668DAB3-AC59-4767-A344-5483BA2A3C55}" type="presParOf" srcId="{A2F08B09-E33E-46E1-8EF0-413E02C53AE1}" destId="{DE145529-886D-41BD-9EA9-ECCDDCDD88B6}" srcOrd="0" destOrd="0" presId="urn:microsoft.com/office/officeart/2018/2/layout/IconVerticalSolidList"/>
    <dgm:cxn modelId="{C67594AA-5D5F-4044-B414-EDCD23561E2F}" type="presParOf" srcId="{DE145529-886D-41BD-9EA9-ECCDDCDD88B6}" destId="{87C27EA3-2D27-45A6-8675-6CCCAEA7648E}" srcOrd="0" destOrd="0" presId="urn:microsoft.com/office/officeart/2018/2/layout/IconVerticalSolidList"/>
    <dgm:cxn modelId="{058F9773-05E8-46EE-8B93-BFCEFAD85F3F}" type="presParOf" srcId="{DE145529-886D-41BD-9EA9-ECCDDCDD88B6}" destId="{D124A40B-19B7-4B1E-8A12-BE1D44E30340}" srcOrd="1" destOrd="0" presId="urn:microsoft.com/office/officeart/2018/2/layout/IconVerticalSolidList"/>
    <dgm:cxn modelId="{E4D5D67C-2DC1-4939-8C16-9B2CB0F968C8}" type="presParOf" srcId="{DE145529-886D-41BD-9EA9-ECCDDCDD88B6}" destId="{CDCD83ED-FDD6-45B4-9264-4FEF93BE2FF9}" srcOrd="2" destOrd="0" presId="urn:microsoft.com/office/officeart/2018/2/layout/IconVerticalSolidList"/>
    <dgm:cxn modelId="{DC52B523-C3AB-489A-A9B2-E38F91ABC5D9}" type="presParOf" srcId="{DE145529-886D-41BD-9EA9-ECCDDCDD88B6}" destId="{A3B2125B-1462-418E-A856-B951911B1C64}" srcOrd="3" destOrd="0" presId="urn:microsoft.com/office/officeart/2018/2/layout/IconVerticalSolidList"/>
    <dgm:cxn modelId="{976E451A-F363-4BB3-80C1-16D5D58FDF79}" type="presParOf" srcId="{A2F08B09-E33E-46E1-8EF0-413E02C53AE1}" destId="{367C25BB-3544-44A2-94AB-4E4BE39D113D}" srcOrd="1" destOrd="0" presId="urn:microsoft.com/office/officeart/2018/2/layout/IconVerticalSolidList"/>
    <dgm:cxn modelId="{F43AAB5E-AE90-4081-8678-DCC4449D750F}" type="presParOf" srcId="{A2F08B09-E33E-46E1-8EF0-413E02C53AE1}" destId="{F551D018-9C54-494A-A8E5-5E953BD92CBC}" srcOrd="2" destOrd="0" presId="urn:microsoft.com/office/officeart/2018/2/layout/IconVerticalSolidList"/>
    <dgm:cxn modelId="{FDF08217-EA64-4B86-ABCC-E1342E714CA1}" type="presParOf" srcId="{F551D018-9C54-494A-A8E5-5E953BD92CBC}" destId="{C36362CB-A6A4-47F4-8721-EF7D3583C753}" srcOrd="0" destOrd="0" presId="urn:microsoft.com/office/officeart/2018/2/layout/IconVerticalSolidList"/>
    <dgm:cxn modelId="{C0BA3961-F1A6-4370-B3B9-982D6AFED17D}" type="presParOf" srcId="{F551D018-9C54-494A-A8E5-5E953BD92CBC}" destId="{0EEA1472-3E64-4BD6-A0FA-A8E206B7A9DF}" srcOrd="1" destOrd="0" presId="urn:microsoft.com/office/officeart/2018/2/layout/IconVerticalSolidList"/>
    <dgm:cxn modelId="{C3E54C77-1A20-4961-B1E1-B50A8BC8E4A0}" type="presParOf" srcId="{F551D018-9C54-494A-A8E5-5E953BD92CBC}" destId="{A925E556-1F35-451C-AD4C-AF6C082ED86E}" srcOrd="2" destOrd="0" presId="urn:microsoft.com/office/officeart/2018/2/layout/IconVerticalSolidList"/>
    <dgm:cxn modelId="{A3DC9346-7095-4FC3-A6EA-DBB0D2680F66}" type="presParOf" srcId="{F551D018-9C54-494A-A8E5-5E953BD92CBC}" destId="{4482417E-85C8-4430-BB97-AFA144D2CBE9}" srcOrd="3" destOrd="0" presId="urn:microsoft.com/office/officeart/2018/2/layout/IconVerticalSolidList"/>
    <dgm:cxn modelId="{FC2B0BC1-CEAB-4718-9E48-E638D2EB4C94}" type="presParOf" srcId="{A2F08B09-E33E-46E1-8EF0-413E02C53AE1}" destId="{DD0D782F-C580-41F3-BC56-CC182CC07F15}" srcOrd="3" destOrd="0" presId="urn:microsoft.com/office/officeart/2018/2/layout/IconVerticalSolidList"/>
    <dgm:cxn modelId="{792F038D-B6D9-46AA-B83B-0C67CAD43330}" type="presParOf" srcId="{A2F08B09-E33E-46E1-8EF0-413E02C53AE1}" destId="{D3E283C8-8D70-49C6-8082-38D2D7A44D1C}" srcOrd="4" destOrd="0" presId="urn:microsoft.com/office/officeart/2018/2/layout/IconVerticalSolidList"/>
    <dgm:cxn modelId="{7849DCEB-919C-4597-BF3F-FE7FB6FA65AE}" type="presParOf" srcId="{D3E283C8-8D70-49C6-8082-38D2D7A44D1C}" destId="{129D6B77-5887-4D5D-9203-95DEF337413D}" srcOrd="0" destOrd="0" presId="urn:microsoft.com/office/officeart/2018/2/layout/IconVerticalSolidList"/>
    <dgm:cxn modelId="{FEDA547B-800D-4591-A7CA-9BF2B4F8530D}" type="presParOf" srcId="{D3E283C8-8D70-49C6-8082-38D2D7A44D1C}" destId="{82A631E2-4D0B-41D3-83FA-D5D79084710A}" srcOrd="1" destOrd="0" presId="urn:microsoft.com/office/officeart/2018/2/layout/IconVerticalSolidList"/>
    <dgm:cxn modelId="{AF9173AC-3B8A-4BD5-A8C6-506EE36439A2}" type="presParOf" srcId="{D3E283C8-8D70-49C6-8082-38D2D7A44D1C}" destId="{8C8C3159-3D00-4C32-B762-1B0ACE4F1493}" srcOrd="2" destOrd="0" presId="urn:microsoft.com/office/officeart/2018/2/layout/IconVerticalSolidList"/>
    <dgm:cxn modelId="{524E0500-103B-4059-8B45-667EF14C4B84}" type="presParOf" srcId="{D3E283C8-8D70-49C6-8082-38D2D7A44D1C}" destId="{CC7B5167-3A22-4008-9218-4A2DF0E736CA}" srcOrd="3" destOrd="0" presId="urn:microsoft.com/office/officeart/2018/2/layout/IconVerticalSolidList"/>
    <dgm:cxn modelId="{F2677F76-E6FD-4A19-B5FD-37EE7B9DAE9C}" type="presParOf" srcId="{A2F08B09-E33E-46E1-8EF0-413E02C53AE1}" destId="{7BF6E699-4086-415D-897D-A6B28FF8CF08}" srcOrd="5" destOrd="0" presId="urn:microsoft.com/office/officeart/2018/2/layout/IconVerticalSolidList"/>
    <dgm:cxn modelId="{37D7BF92-97EF-4330-8B0F-A3525CA60A8A}" type="presParOf" srcId="{A2F08B09-E33E-46E1-8EF0-413E02C53AE1}" destId="{6EF34727-530F-4481-919C-A32A808A0531}" srcOrd="6" destOrd="0" presId="urn:microsoft.com/office/officeart/2018/2/layout/IconVerticalSolidList"/>
    <dgm:cxn modelId="{E78247CD-8C73-485C-B0C9-0802A4F07BD5}" type="presParOf" srcId="{6EF34727-530F-4481-919C-A32A808A0531}" destId="{2CFAD3A0-F52C-4FDF-8D0E-DA2EF1BE873F}" srcOrd="0" destOrd="0" presId="urn:microsoft.com/office/officeart/2018/2/layout/IconVerticalSolidList"/>
    <dgm:cxn modelId="{44354A5A-3A50-45A8-8944-8B20F5D14B7D}" type="presParOf" srcId="{6EF34727-530F-4481-919C-A32A808A0531}" destId="{F138333F-8419-4399-889C-920C3350ECE0}" srcOrd="1" destOrd="0" presId="urn:microsoft.com/office/officeart/2018/2/layout/IconVerticalSolidList"/>
    <dgm:cxn modelId="{13F22D00-7D2F-4835-8F9C-99AB9A394AB7}" type="presParOf" srcId="{6EF34727-530F-4481-919C-A32A808A0531}" destId="{09B25A32-2A89-47F4-9E56-D2E9FFEF89C0}" srcOrd="2" destOrd="0" presId="urn:microsoft.com/office/officeart/2018/2/layout/IconVerticalSolidList"/>
    <dgm:cxn modelId="{D95BCCC6-BC4D-4617-BA25-A5EF98E1E681}" type="presParOf" srcId="{6EF34727-530F-4481-919C-A32A808A0531}" destId="{21F037E9-DB05-41A7-A71E-E1629551EEC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073204-C434-43DF-BE00-43E4FC0815A8}" type="doc">
      <dgm:prSet loTypeId="urn:microsoft.com/office/officeart/2016/7/layout/LinearArrowProcessNumbered" loCatId="process" qsTypeId="urn:microsoft.com/office/officeart/2005/8/quickstyle/simple5" qsCatId="simple" csTypeId="urn:microsoft.com/office/officeart/2005/8/colors/accent3_2" csCatId="accent3" phldr="1"/>
      <dgm:spPr/>
      <dgm:t>
        <a:bodyPr/>
        <a:lstStyle/>
        <a:p>
          <a:endParaRPr lang="en-US"/>
        </a:p>
      </dgm:t>
    </dgm:pt>
    <dgm:pt modelId="{6A9762BF-4866-4672-81E0-EE9F32533A0B}">
      <dgm:prSet custT="1"/>
      <dgm:spPr/>
      <dgm:t>
        <a:bodyPr/>
        <a:lstStyle/>
        <a:p>
          <a:r>
            <a:rPr lang="en-US" sz="1400" b="1" dirty="0"/>
            <a:t>Ideation</a:t>
          </a:r>
          <a:r>
            <a:rPr lang="en-US" sz="1400" dirty="0"/>
            <a:t> – The product owner works with stakeholders and executives to build the idea. All product desires and goals are outlined and prioritized in this stage to protect from over-engineering and resource allocation (DiCesare, 2025). This stage is important as it defines the very concept of the product.</a:t>
          </a:r>
        </a:p>
      </dgm:t>
    </dgm:pt>
    <dgm:pt modelId="{E2742713-483A-43FF-9451-02B979223AC3}" type="parTrans" cxnId="{A4A34CF9-B8FF-45A7-BA5A-34B1C193DE4F}">
      <dgm:prSet/>
      <dgm:spPr/>
      <dgm:t>
        <a:bodyPr/>
        <a:lstStyle/>
        <a:p>
          <a:endParaRPr lang="en-US"/>
        </a:p>
      </dgm:t>
    </dgm:pt>
    <dgm:pt modelId="{FCBCA9B9-04F0-486B-B86B-8940CAD33175}" type="sibTrans" cxnId="{A4A34CF9-B8FF-45A7-BA5A-34B1C193DE4F}">
      <dgm:prSet phldrT="1" phldr="0"/>
      <dgm:spPr/>
      <dgm:t>
        <a:bodyPr/>
        <a:lstStyle/>
        <a:p>
          <a:r>
            <a:rPr lang="en-US"/>
            <a:t>1</a:t>
          </a:r>
        </a:p>
      </dgm:t>
    </dgm:pt>
    <dgm:pt modelId="{8E0E8446-254B-4105-BD50-891C4C3B4739}">
      <dgm:prSet custT="1"/>
      <dgm:spPr/>
      <dgm:t>
        <a:bodyPr/>
        <a:lstStyle/>
        <a:p>
          <a:r>
            <a:rPr lang="en-US" sz="1400" b="1" dirty="0"/>
            <a:t>Development</a:t>
          </a:r>
          <a:r>
            <a:rPr lang="en-US" sz="1400" dirty="0"/>
            <a:t> – Teams can then meet for their Daily Scrums to plan and begin developing the product and collaborating with each other. The main focus is on software creation and getting the main components built, making the overall framework.</a:t>
          </a:r>
        </a:p>
      </dgm:t>
    </dgm:pt>
    <dgm:pt modelId="{B000E6C5-BF36-475A-A7BE-5E5E2E3DFD02}" type="parTrans" cxnId="{592F37A6-C3E5-417C-9C60-3E65D5F454D4}">
      <dgm:prSet/>
      <dgm:spPr/>
      <dgm:t>
        <a:bodyPr/>
        <a:lstStyle/>
        <a:p>
          <a:endParaRPr lang="en-US"/>
        </a:p>
      </dgm:t>
    </dgm:pt>
    <dgm:pt modelId="{F46AA4A4-5427-4A44-80BF-8F704A7EA2FB}" type="sibTrans" cxnId="{592F37A6-C3E5-417C-9C60-3E65D5F454D4}">
      <dgm:prSet phldrT="2" phldr="0"/>
      <dgm:spPr/>
      <dgm:t>
        <a:bodyPr/>
        <a:lstStyle/>
        <a:p>
          <a:r>
            <a:rPr lang="en-US"/>
            <a:t>2</a:t>
          </a:r>
        </a:p>
      </dgm:t>
    </dgm:pt>
    <dgm:pt modelId="{707DE064-2BA8-4319-A43C-E61F9DAC95A4}">
      <dgm:prSet custT="1"/>
      <dgm:spPr/>
      <dgm:t>
        <a:bodyPr/>
        <a:lstStyle/>
        <a:p>
          <a:r>
            <a:rPr lang="en-US" sz="1400" b="1" dirty="0"/>
            <a:t>Testing</a:t>
          </a:r>
          <a:r>
            <a:rPr lang="en-US" sz="1400" dirty="0"/>
            <a:t> – Testing occurs throughout the sprint, after sections of the software are done. Errors and bugs can be identified, and changes or fixes can occur before the team gets too far ahead. </a:t>
          </a:r>
        </a:p>
      </dgm:t>
    </dgm:pt>
    <dgm:pt modelId="{573E34F9-E7C4-40CC-B985-166B8EEB4E35}" type="parTrans" cxnId="{E0F1591C-1705-4484-8E7E-E57E06F0FD61}">
      <dgm:prSet/>
      <dgm:spPr/>
      <dgm:t>
        <a:bodyPr/>
        <a:lstStyle/>
        <a:p>
          <a:endParaRPr lang="en-US"/>
        </a:p>
      </dgm:t>
    </dgm:pt>
    <dgm:pt modelId="{AEE41B7F-2DC2-450F-ACBC-21B1CF0A8F21}" type="sibTrans" cxnId="{E0F1591C-1705-4484-8E7E-E57E06F0FD61}">
      <dgm:prSet phldrT="3" phldr="0"/>
      <dgm:spPr/>
      <dgm:t>
        <a:bodyPr/>
        <a:lstStyle/>
        <a:p>
          <a:r>
            <a:rPr lang="en-US"/>
            <a:t>3</a:t>
          </a:r>
        </a:p>
      </dgm:t>
    </dgm:pt>
    <dgm:pt modelId="{7A9CE1BD-BAA5-43B1-9919-F4C11B7D5676}">
      <dgm:prSet custT="1"/>
      <dgm:spPr/>
      <dgm:t>
        <a:bodyPr/>
        <a:lstStyle/>
        <a:p>
          <a:r>
            <a:rPr lang="en-US" sz="1400" b="1" dirty="0"/>
            <a:t>Deployment</a:t>
          </a:r>
          <a:r>
            <a:rPr lang="en-US" sz="1400" dirty="0"/>
            <a:t> – Once all bugs are fixed, requirements are mapped, and testing is concluded, the product can ship to production for the customer to use. This stage is important for finally seeing the product in a live environment.</a:t>
          </a:r>
        </a:p>
      </dgm:t>
    </dgm:pt>
    <dgm:pt modelId="{96713E78-881A-4C39-BFD2-4159B6073157}" type="parTrans" cxnId="{2CD5045F-BF50-48F5-BFC6-CA46C3C6E1DE}">
      <dgm:prSet/>
      <dgm:spPr/>
      <dgm:t>
        <a:bodyPr/>
        <a:lstStyle/>
        <a:p>
          <a:endParaRPr lang="en-US"/>
        </a:p>
      </dgm:t>
    </dgm:pt>
    <dgm:pt modelId="{BD910C7C-C15F-4E27-BC89-FE41F9C7AD99}" type="sibTrans" cxnId="{2CD5045F-BF50-48F5-BFC6-CA46C3C6E1DE}">
      <dgm:prSet phldrT="4" phldr="0"/>
      <dgm:spPr/>
      <dgm:t>
        <a:bodyPr/>
        <a:lstStyle/>
        <a:p>
          <a:r>
            <a:rPr lang="en-US"/>
            <a:t>4</a:t>
          </a:r>
        </a:p>
      </dgm:t>
    </dgm:pt>
    <dgm:pt modelId="{A41A0389-4C18-4D9D-AA4A-E3CA37C0EBB0}">
      <dgm:prSet custT="1"/>
      <dgm:spPr/>
      <dgm:t>
        <a:bodyPr/>
        <a:lstStyle/>
        <a:p>
          <a:r>
            <a:rPr lang="en-US" sz="1400" b="1" dirty="0"/>
            <a:t>Operations</a:t>
          </a:r>
          <a:r>
            <a:rPr lang="en-US" sz="1400" dirty="0"/>
            <a:t> – </a:t>
          </a:r>
          <a:r>
            <a:rPr lang="en-US" sz="1400" b="0" dirty="0"/>
            <a:t>O</a:t>
          </a:r>
          <a:r>
            <a:rPr lang="en-US" sz="1400" dirty="0"/>
            <a:t>ngoing maintenance to ensure the product stays relevant for technological advancements, bug fixes from a larger customer base, and feedback from customers. Most importantly, it’s a continuous step that keeps the hard work alive.</a:t>
          </a:r>
        </a:p>
      </dgm:t>
    </dgm:pt>
    <dgm:pt modelId="{F3370179-B770-4304-B8C3-63ADC25EC9DA}" type="parTrans" cxnId="{953997CA-A989-4B16-B8DD-A8EC27CFF194}">
      <dgm:prSet/>
      <dgm:spPr/>
      <dgm:t>
        <a:bodyPr/>
        <a:lstStyle/>
        <a:p>
          <a:endParaRPr lang="en-US"/>
        </a:p>
      </dgm:t>
    </dgm:pt>
    <dgm:pt modelId="{65D218ED-17FE-499E-A425-F82B77266399}" type="sibTrans" cxnId="{953997CA-A989-4B16-B8DD-A8EC27CFF194}">
      <dgm:prSet phldrT="5" phldr="0"/>
      <dgm:spPr/>
      <dgm:t>
        <a:bodyPr/>
        <a:lstStyle/>
        <a:p>
          <a:r>
            <a:rPr lang="en-US"/>
            <a:t>5</a:t>
          </a:r>
        </a:p>
      </dgm:t>
    </dgm:pt>
    <dgm:pt modelId="{1DB58BED-175B-4A30-A6F9-ED4C4180DF25}" type="pres">
      <dgm:prSet presAssocID="{06073204-C434-43DF-BE00-43E4FC0815A8}" presName="linearFlow" presStyleCnt="0">
        <dgm:presLayoutVars>
          <dgm:dir/>
          <dgm:animLvl val="lvl"/>
          <dgm:resizeHandles val="exact"/>
        </dgm:presLayoutVars>
      </dgm:prSet>
      <dgm:spPr/>
    </dgm:pt>
    <dgm:pt modelId="{403EB500-0908-4277-BEDE-FC5F5743ED55}" type="pres">
      <dgm:prSet presAssocID="{6A9762BF-4866-4672-81E0-EE9F32533A0B}" presName="compositeNode" presStyleCnt="0"/>
      <dgm:spPr/>
    </dgm:pt>
    <dgm:pt modelId="{B1B7C58D-3594-496D-95A3-74E2F019AF1D}" type="pres">
      <dgm:prSet presAssocID="{6A9762BF-4866-4672-81E0-EE9F32533A0B}" presName="parTx" presStyleLbl="node1" presStyleIdx="0" presStyleCnt="0">
        <dgm:presLayoutVars>
          <dgm:chMax val="0"/>
          <dgm:chPref val="0"/>
          <dgm:bulletEnabled val="1"/>
        </dgm:presLayoutVars>
      </dgm:prSet>
      <dgm:spPr/>
    </dgm:pt>
    <dgm:pt modelId="{5991F0E2-A1A0-4159-AB05-2F91FA54E9DC}" type="pres">
      <dgm:prSet presAssocID="{6A9762BF-4866-4672-81E0-EE9F32533A0B}" presName="parSh" presStyleCnt="0"/>
      <dgm:spPr/>
    </dgm:pt>
    <dgm:pt modelId="{13E0C4C6-C656-402F-B434-586A0076210F}" type="pres">
      <dgm:prSet presAssocID="{6A9762BF-4866-4672-81E0-EE9F32533A0B}" presName="lineNode" presStyleLbl="alignAccFollowNode1" presStyleIdx="0" presStyleCnt="15"/>
      <dgm:spPr/>
    </dgm:pt>
    <dgm:pt modelId="{C4BB7D18-F95E-4CDC-B989-3DF4BE46402E}" type="pres">
      <dgm:prSet presAssocID="{6A9762BF-4866-4672-81E0-EE9F32533A0B}" presName="lineArrowNode" presStyleLbl="alignAccFollowNode1" presStyleIdx="1" presStyleCnt="15"/>
      <dgm:spPr/>
    </dgm:pt>
    <dgm:pt modelId="{AEC73997-259F-4B86-9193-293611EAAFE5}" type="pres">
      <dgm:prSet presAssocID="{FCBCA9B9-04F0-486B-B86B-8940CAD33175}" presName="sibTransNodeCircle" presStyleLbl="alignNode1" presStyleIdx="0" presStyleCnt="5">
        <dgm:presLayoutVars>
          <dgm:chMax val="0"/>
          <dgm:bulletEnabled/>
        </dgm:presLayoutVars>
      </dgm:prSet>
      <dgm:spPr/>
    </dgm:pt>
    <dgm:pt modelId="{C747DB89-99FF-4A41-885E-1DC42CB7B990}" type="pres">
      <dgm:prSet presAssocID="{FCBCA9B9-04F0-486B-B86B-8940CAD33175}" presName="spacerBetweenCircleAndCallout" presStyleCnt="0">
        <dgm:presLayoutVars/>
      </dgm:prSet>
      <dgm:spPr/>
    </dgm:pt>
    <dgm:pt modelId="{A32B2494-FC29-4D44-BF90-BD9448F95B58}" type="pres">
      <dgm:prSet presAssocID="{6A9762BF-4866-4672-81E0-EE9F32533A0B}" presName="nodeText" presStyleLbl="alignAccFollowNode1" presStyleIdx="2" presStyleCnt="15">
        <dgm:presLayoutVars>
          <dgm:bulletEnabled val="1"/>
        </dgm:presLayoutVars>
      </dgm:prSet>
      <dgm:spPr/>
    </dgm:pt>
    <dgm:pt modelId="{5C47EC06-8C94-4C0A-A604-4BA84F51C83A}" type="pres">
      <dgm:prSet presAssocID="{FCBCA9B9-04F0-486B-B86B-8940CAD33175}" presName="sibTransComposite" presStyleCnt="0"/>
      <dgm:spPr/>
    </dgm:pt>
    <dgm:pt modelId="{D82CE5F2-5067-4DC4-9675-579A233214B3}" type="pres">
      <dgm:prSet presAssocID="{8E0E8446-254B-4105-BD50-891C4C3B4739}" presName="compositeNode" presStyleCnt="0"/>
      <dgm:spPr/>
    </dgm:pt>
    <dgm:pt modelId="{5AD87792-A35C-4A21-9EA9-9F312D8D5531}" type="pres">
      <dgm:prSet presAssocID="{8E0E8446-254B-4105-BD50-891C4C3B4739}" presName="parTx" presStyleLbl="node1" presStyleIdx="0" presStyleCnt="0">
        <dgm:presLayoutVars>
          <dgm:chMax val="0"/>
          <dgm:chPref val="0"/>
          <dgm:bulletEnabled val="1"/>
        </dgm:presLayoutVars>
      </dgm:prSet>
      <dgm:spPr/>
    </dgm:pt>
    <dgm:pt modelId="{282FB695-95C3-4D19-868E-58ED317EBAB5}" type="pres">
      <dgm:prSet presAssocID="{8E0E8446-254B-4105-BD50-891C4C3B4739}" presName="parSh" presStyleCnt="0"/>
      <dgm:spPr/>
    </dgm:pt>
    <dgm:pt modelId="{D81AB56B-F254-40BA-AECC-EE4A739E01BB}" type="pres">
      <dgm:prSet presAssocID="{8E0E8446-254B-4105-BD50-891C4C3B4739}" presName="lineNode" presStyleLbl="alignAccFollowNode1" presStyleIdx="3" presStyleCnt="15"/>
      <dgm:spPr/>
    </dgm:pt>
    <dgm:pt modelId="{14753F2C-C1AA-44A1-9EEE-3BB7FD696B17}" type="pres">
      <dgm:prSet presAssocID="{8E0E8446-254B-4105-BD50-891C4C3B4739}" presName="lineArrowNode" presStyleLbl="alignAccFollowNode1" presStyleIdx="4" presStyleCnt="15"/>
      <dgm:spPr/>
    </dgm:pt>
    <dgm:pt modelId="{C41CC331-37EE-4760-8B8B-9B146679125D}" type="pres">
      <dgm:prSet presAssocID="{F46AA4A4-5427-4A44-80BF-8F704A7EA2FB}" presName="sibTransNodeCircle" presStyleLbl="alignNode1" presStyleIdx="1" presStyleCnt="5">
        <dgm:presLayoutVars>
          <dgm:chMax val="0"/>
          <dgm:bulletEnabled/>
        </dgm:presLayoutVars>
      </dgm:prSet>
      <dgm:spPr/>
    </dgm:pt>
    <dgm:pt modelId="{C66C7D62-6870-4C1F-8B19-D0B43E7FAE66}" type="pres">
      <dgm:prSet presAssocID="{F46AA4A4-5427-4A44-80BF-8F704A7EA2FB}" presName="spacerBetweenCircleAndCallout" presStyleCnt="0">
        <dgm:presLayoutVars/>
      </dgm:prSet>
      <dgm:spPr/>
    </dgm:pt>
    <dgm:pt modelId="{BAA2004B-D520-4626-B88E-BE59EFF80038}" type="pres">
      <dgm:prSet presAssocID="{8E0E8446-254B-4105-BD50-891C4C3B4739}" presName="nodeText" presStyleLbl="alignAccFollowNode1" presStyleIdx="5" presStyleCnt="15">
        <dgm:presLayoutVars>
          <dgm:bulletEnabled val="1"/>
        </dgm:presLayoutVars>
      </dgm:prSet>
      <dgm:spPr/>
    </dgm:pt>
    <dgm:pt modelId="{5F1076F0-C110-4760-ABD4-371C3E947BCD}" type="pres">
      <dgm:prSet presAssocID="{F46AA4A4-5427-4A44-80BF-8F704A7EA2FB}" presName="sibTransComposite" presStyleCnt="0"/>
      <dgm:spPr/>
    </dgm:pt>
    <dgm:pt modelId="{1A6250F4-7A4C-4FB5-BDCF-9C2F192E1FC4}" type="pres">
      <dgm:prSet presAssocID="{707DE064-2BA8-4319-A43C-E61F9DAC95A4}" presName="compositeNode" presStyleCnt="0"/>
      <dgm:spPr/>
    </dgm:pt>
    <dgm:pt modelId="{F6779CCD-AC6A-4418-B78B-7F2C33D11C9D}" type="pres">
      <dgm:prSet presAssocID="{707DE064-2BA8-4319-A43C-E61F9DAC95A4}" presName="parTx" presStyleLbl="node1" presStyleIdx="0" presStyleCnt="0">
        <dgm:presLayoutVars>
          <dgm:chMax val="0"/>
          <dgm:chPref val="0"/>
          <dgm:bulletEnabled val="1"/>
        </dgm:presLayoutVars>
      </dgm:prSet>
      <dgm:spPr/>
    </dgm:pt>
    <dgm:pt modelId="{2AC41F1E-8D16-4A15-A9BA-4153F1D34B76}" type="pres">
      <dgm:prSet presAssocID="{707DE064-2BA8-4319-A43C-E61F9DAC95A4}" presName="parSh" presStyleCnt="0"/>
      <dgm:spPr/>
    </dgm:pt>
    <dgm:pt modelId="{42928C22-13C9-496C-8061-3C95B7C5F1FC}" type="pres">
      <dgm:prSet presAssocID="{707DE064-2BA8-4319-A43C-E61F9DAC95A4}" presName="lineNode" presStyleLbl="alignAccFollowNode1" presStyleIdx="6" presStyleCnt="15"/>
      <dgm:spPr/>
    </dgm:pt>
    <dgm:pt modelId="{8164F7B0-414B-4162-9541-7FB45DCD43D6}" type="pres">
      <dgm:prSet presAssocID="{707DE064-2BA8-4319-A43C-E61F9DAC95A4}" presName="lineArrowNode" presStyleLbl="alignAccFollowNode1" presStyleIdx="7" presStyleCnt="15"/>
      <dgm:spPr/>
    </dgm:pt>
    <dgm:pt modelId="{55F3B9C3-1191-4EF8-9840-B3D62483C595}" type="pres">
      <dgm:prSet presAssocID="{AEE41B7F-2DC2-450F-ACBC-21B1CF0A8F21}" presName="sibTransNodeCircle" presStyleLbl="alignNode1" presStyleIdx="2" presStyleCnt="5">
        <dgm:presLayoutVars>
          <dgm:chMax val="0"/>
          <dgm:bulletEnabled/>
        </dgm:presLayoutVars>
      </dgm:prSet>
      <dgm:spPr/>
    </dgm:pt>
    <dgm:pt modelId="{C8F8FECE-0B74-40FA-9CEC-59EB35212206}" type="pres">
      <dgm:prSet presAssocID="{AEE41B7F-2DC2-450F-ACBC-21B1CF0A8F21}" presName="spacerBetweenCircleAndCallout" presStyleCnt="0">
        <dgm:presLayoutVars/>
      </dgm:prSet>
      <dgm:spPr/>
    </dgm:pt>
    <dgm:pt modelId="{B721BCAB-4DF4-4763-8294-51C91CC29F92}" type="pres">
      <dgm:prSet presAssocID="{707DE064-2BA8-4319-A43C-E61F9DAC95A4}" presName="nodeText" presStyleLbl="alignAccFollowNode1" presStyleIdx="8" presStyleCnt="15">
        <dgm:presLayoutVars>
          <dgm:bulletEnabled val="1"/>
        </dgm:presLayoutVars>
      </dgm:prSet>
      <dgm:spPr/>
    </dgm:pt>
    <dgm:pt modelId="{F7C034F5-4D97-4444-8FBF-C590F866DD97}" type="pres">
      <dgm:prSet presAssocID="{AEE41B7F-2DC2-450F-ACBC-21B1CF0A8F21}" presName="sibTransComposite" presStyleCnt="0"/>
      <dgm:spPr/>
    </dgm:pt>
    <dgm:pt modelId="{94542B0E-E6AD-489F-81CE-CD90A6A8F796}" type="pres">
      <dgm:prSet presAssocID="{7A9CE1BD-BAA5-43B1-9919-F4C11B7D5676}" presName="compositeNode" presStyleCnt="0"/>
      <dgm:spPr/>
    </dgm:pt>
    <dgm:pt modelId="{4C5E69B6-2334-467D-9857-2BB2412C360F}" type="pres">
      <dgm:prSet presAssocID="{7A9CE1BD-BAA5-43B1-9919-F4C11B7D5676}" presName="parTx" presStyleLbl="node1" presStyleIdx="0" presStyleCnt="0">
        <dgm:presLayoutVars>
          <dgm:chMax val="0"/>
          <dgm:chPref val="0"/>
          <dgm:bulletEnabled val="1"/>
        </dgm:presLayoutVars>
      </dgm:prSet>
      <dgm:spPr/>
    </dgm:pt>
    <dgm:pt modelId="{BEFA9E9B-E863-44EB-9530-B2E51D2AC0D1}" type="pres">
      <dgm:prSet presAssocID="{7A9CE1BD-BAA5-43B1-9919-F4C11B7D5676}" presName="parSh" presStyleCnt="0"/>
      <dgm:spPr/>
    </dgm:pt>
    <dgm:pt modelId="{4C7B3E3A-3A28-406F-A80B-FA7A976BD2F8}" type="pres">
      <dgm:prSet presAssocID="{7A9CE1BD-BAA5-43B1-9919-F4C11B7D5676}" presName="lineNode" presStyleLbl="alignAccFollowNode1" presStyleIdx="9" presStyleCnt="15"/>
      <dgm:spPr/>
    </dgm:pt>
    <dgm:pt modelId="{959C9625-D588-4603-9CC2-043D6F158D71}" type="pres">
      <dgm:prSet presAssocID="{7A9CE1BD-BAA5-43B1-9919-F4C11B7D5676}" presName="lineArrowNode" presStyleLbl="alignAccFollowNode1" presStyleIdx="10" presStyleCnt="15"/>
      <dgm:spPr/>
    </dgm:pt>
    <dgm:pt modelId="{078BF44B-C483-4050-9ED7-E31860E3F35E}" type="pres">
      <dgm:prSet presAssocID="{BD910C7C-C15F-4E27-BC89-FE41F9C7AD99}" presName="sibTransNodeCircle" presStyleLbl="alignNode1" presStyleIdx="3" presStyleCnt="5">
        <dgm:presLayoutVars>
          <dgm:chMax val="0"/>
          <dgm:bulletEnabled/>
        </dgm:presLayoutVars>
      </dgm:prSet>
      <dgm:spPr/>
    </dgm:pt>
    <dgm:pt modelId="{46C0CAE6-9A59-4BD8-82D5-6023DFE37698}" type="pres">
      <dgm:prSet presAssocID="{BD910C7C-C15F-4E27-BC89-FE41F9C7AD99}" presName="spacerBetweenCircleAndCallout" presStyleCnt="0">
        <dgm:presLayoutVars/>
      </dgm:prSet>
      <dgm:spPr/>
    </dgm:pt>
    <dgm:pt modelId="{570F679D-C65B-40EC-AEAF-F4B4ED1855BB}" type="pres">
      <dgm:prSet presAssocID="{7A9CE1BD-BAA5-43B1-9919-F4C11B7D5676}" presName="nodeText" presStyleLbl="alignAccFollowNode1" presStyleIdx="11" presStyleCnt="15">
        <dgm:presLayoutVars>
          <dgm:bulletEnabled val="1"/>
        </dgm:presLayoutVars>
      </dgm:prSet>
      <dgm:spPr/>
    </dgm:pt>
    <dgm:pt modelId="{E16A9569-6E14-4DEA-B469-8F28631B5E33}" type="pres">
      <dgm:prSet presAssocID="{BD910C7C-C15F-4E27-BC89-FE41F9C7AD99}" presName="sibTransComposite" presStyleCnt="0"/>
      <dgm:spPr/>
    </dgm:pt>
    <dgm:pt modelId="{4F1D3914-96A0-43A4-82A2-600452D4EB89}" type="pres">
      <dgm:prSet presAssocID="{A41A0389-4C18-4D9D-AA4A-E3CA37C0EBB0}" presName="compositeNode" presStyleCnt="0"/>
      <dgm:spPr/>
    </dgm:pt>
    <dgm:pt modelId="{44BA9EB6-3968-4207-922C-E8C3DB2CA6E8}" type="pres">
      <dgm:prSet presAssocID="{A41A0389-4C18-4D9D-AA4A-E3CA37C0EBB0}" presName="parTx" presStyleLbl="node1" presStyleIdx="0" presStyleCnt="0">
        <dgm:presLayoutVars>
          <dgm:chMax val="0"/>
          <dgm:chPref val="0"/>
          <dgm:bulletEnabled val="1"/>
        </dgm:presLayoutVars>
      </dgm:prSet>
      <dgm:spPr/>
    </dgm:pt>
    <dgm:pt modelId="{A2B0FDA5-F57C-4FC2-B466-21ABA10BBF28}" type="pres">
      <dgm:prSet presAssocID="{A41A0389-4C18-4D9D-AA4A-E3CA37C0EBB0}" presName="parSh" presStyleCnt="0"/>
      <dgm:spPr/>
    </dgm:pt>
    <dgm:pt modelId="{B28E8AF9-F67E-456C-AD22-1A7761126EE5}" type="pres">
      <dgm:prSet presAssocID="{A41A0389-4C18-4D9D-AA4A-E3CA37C0EBB0}" presName="lineNode" presStyleLbl="alignAccFollowNode1" presStyleIdx="12" presStyleCnt="15"/>
      <dgm:spPr/>
    </dgm:pt>
    <dgm:pt modelId="{37C006F0-91EE-47EB-A567-2FEEC3257C6B}" type="pres">
      <dgm:prSet presAssocID="{A41A0389-4C18-4D9D-AA4A-E3CA37C0EBB0}" presName="lineArrowNode" presStyleLbl="alignAccFollowNode1" presStyleIdx="13" presStyleCnt="15"/>
      <dgm:spPr/>
    </dgm:pt>
    <dgm:pt modelId="{3926E7D5-FF26-412C-B2FC-EB2AFB23B7F8}" type="pres">
      <dgm:prSet presAssocID="{65D218ED-17FE-499E-A425-F82B77266399}" presName="sibTransNodeCircle" presStyleLbl="alignNode1" presStyleIdx="4" presStyleCnt="5">
        <dgm:presLayoutVars>
          <dgm:chMax val="0"/>
          <dgm:bulletEnabled/>
        </dgm:presLayoutVars>
      </dgm:prSet>
      <dgm:spPr/>
    </dgm:pt>
    <dgm:pt modelId="{156D6C13-4B72-4CE4-A5BE-4A4E77D3BE76}" type="pres">
      <dgm:prSet presAssocID="{65D218ED-17FE-499E-A425-F82B77266399}" presName="spacerBetweenCircleAndCallout" presStyleCnt="0">
        <dgm:presLayoutVars/>
      </dgm:prSet>
      <dgm:spPr/>
    </dgm:pt>
    <dgm:pt modelId="{A161DE15-930B-4310-9366-86BDC9E81626}" type="pres">
      <dgm:prSet presAssocID="{A41A0389-4C18-4D9D-AA4A-E3CA37C0EBB0}" presName="nodeText" presStyleLbl="alignAccFollowNode1" presStyleIdx="14" presStyleCnt="15">
        <dgm:presLayoutVars>
          <dgm:bulletEnabled val="1"/>
        </dgm:presLayoutVars>
      </dgm:prSet>
      <dgm:spPr/>
    </dgm:pt>
  </dgm:ptLst>
  <dgm:cxnLst>
    <dgm:cxn modelId="{E0F1591C-1705-4484-8E7E-E57E06F0FD61}" srcId="{06073204-C434-43DF-BE00-43E4FC0815A8}" destId="{707DE064-2BA8-4319-A43C-E61F9DAC95A4}" srcOrd="2" destOrd="0" parTransId="{573E34F9-E7C4-40CC-B985-166B8EEB4E35}" sibTransId="{AEE41B7F-2DC2-450F-ACBC-21B1CF0A8F21}"/>
    <dgm:cxn modelId="{8BE1D930-2755-4240-B7CA-3E4A94057BFA}" type="presOf" srcId="{6A9762BF-4866-4672-81E0-EE9F32533A0B}" destId="{A32B2494-FC29-4D44-BF90-BD9448F95B58}" srcOrd="0" destOrd="0" presId="urn:microsoft.com/office/officeart/2016/7/layout/LinearArrowProcessNumbered"/>
    <dgm:cxn modelId="{FEB02033-DDFB-4925-8087-EDA7366735C5}" type="presOf" srcId="{F46AA4A4-5427-4A44-80BF-8F704A7EA2FB}" destId="{C41CC331-37EE-4760-8B8B-9B146679125D}" srcOrd="0" destOrd="0" presId="urn:microsoft.com/office/officeart/2016/7/layout/LinearArrowProcessNumbered"/>
    <dgm:cxn modelId="{B1D95737-A3A6-4B4B-AD0B-7796A5B00467}" type="presOf" srcId="{7A9CE1BD-BAA5-43B1-9919-F4C11B7D5676}" destId="{570F679D-C65B-40EC-AEAF-F4B4ED1855BB}" srcOrd="0" destOrd="0" presId="urn:microsoft.com/office/officeart/2016/7/layout/LinearArrowProcessNumbered"/>
    <dgm:cxn modelId="{2CD5045F-BF50-48F5-BFC6-CA46C3C6E1DE}" srcId="{06073204-C434-43DF-BE00-43E4FC0815A8}" destId="{7A9CE1BD-BAA5-43B1-9919-F4C11B7D5676}" srcOrd="3" destOrd="0" parTransId="{96713E78-881A-4C39-BFD2-4159B6073157}" sibTransId="{BD910C7C-C15F-4E27-BC89-FE41F9C7AD99}"/>
    <dgm:cxn modelId="{58EDCF6C-5A62-42AC-8D6C-09B3AB14BEBF}" type="presOf" srcId="{65D218ED-17FE-499E-A425-F82B77266399}" destId="{3926E7D5-FF26-412C-B2FC-EB2AFB23B7F8}" srcOrd="0" destOrd="0" presId="urn:microsoft.com/office/officeart/2016/7/layout/LinearArrowProcessNumbered"/>
    <dgm:cxn modelId="{EA1FA751-2EAF-4443-93A9-FE49AA820DCD}" type="presOf" srcId="{FCBCA9B9-04F0-486B-B86B-8940CAD33175}" destId="{AEC73997-259F-4B86-9193-293611EAAFE5}" srcOrd="0" destOrd="0" presId="urn:microsoft.com/office/officeart/2016/7/layout/LinearArrowProcessNumbered"/>
    <dgm:cxn modelId="{8463365A-BDF9-4EC2-87AA-FFF4E3C3F54D}" type="presOf" srcId="{BD910C7C-C15F-4E27-BC89-FE41F9C7AD99}" destId="{078BF44B-C483-4050-9ED7-E31860E3F35E}" srcOrd="0" destOrd="0" presId="urn:microsoft.com/office/officeart/2016/7/layout/LinearArrowProcessNumbered"/>
    <dgm:cxn modelId="{D37AC39D-ADA6-4BB3-BCB1-BCD4FD3A2D38}" type="presOf" srcId="{06073204-C434-43DF-BE00-43E4FC0815A8}" destId="{1DB58BED-175B-4A30-A6F9-ED4C4180DF25}" srcOrd="0" destOrd="0" presId="urn:microsoft.com/office/officeart/2016/7/layout/LinearArrowProcessNumbered"/>
    <dgm:cxn modelId="{577198A2-2DF8-4FDC-B480-B05D4BFE5909}" type="presOf" srcId="{707DE064-2BA8-4319-A43C-E61F9DAC95A4}" destId="{B721BCAB-4DF4-4763-8294-51C91CC29F92}" srcOrd="0" destOrd="0" presId="urn:microsoft.com/office/officeart/2016/7/layout/LinearArrowProcessNumbered"/>
    <dgm:cxn modelId="{592F37A6-C3E5-417C-9C60-3E65D5F454D4}" srcId="{06073204-C434-43DF-BE00-43E4FC0815A8}" destId="{8E0E8446-254B-4105-BD50-891C4C3B4739}" srcOrd="1" destOrd="0" parTransId="{B000E6C5-BF36-475A-A7BE-5E5E2E3DFD02}" sibTransId="{F46AA4A4-5427-4A44-80BF-8F704A7EA2FB}"/>
    <dgm:cxn modelId="{CE61D6BF-7D27-4A85-AD40-2D5F64E68230}" type="presOf" srcId="{8E0E8446-254B-4105-BD50-891C4C3B4739}" destId="{BAA2004B-D520-4626-B88E-BE59EFF80038}" srcOrd="0" destOrd="0" presId="urn:microsoft.com/office/officeart/2016/7/layout/LinearArrowProcessNumbered"/>
    <dgm:cxn modelId="{953997CA-A989-4B16-B8DD-A8EC27CFF194}" srcId="{06073204-C434-43DF-BE00-43E4FC0815A8}" destId="{A41A0389-4C18-4D9D-AA4A-E3CA37C0EBB0}" srcOrd="4" destOrd="0" parTransId="{F3370179-B770-4304-B8C3-63ADC25EC9DA}" sibTransId="{65D218ED-17FE-499E-A425-F82B77266399}"/>
    <dgm:cxn modelId="{00BE7AD1-19C5-43CD-8226-C3B05DC151CE}" type="presOf" srcId="{AEE41B7F-2DC2-450F-ACBC-21B1CF0A8F21}" destId="{55F3B9C3-1191-4EF8-9840-B3D62483C595}" srcOrd="0" destOrd="0" presId="urn:microsoft.com/office/officeart/2016/7/layout/LinearArrowProcessNumbered"/>
    <dgm:cxn modelId="{1F57A2ED-70CF-42FB-8DD7-B9FE21A553B5}" type="presOf" srcId="{A41A0389-4C18-4D9D-AA4A-E3CA37C0EBB0}" destId="{A161DE15-930B-4310-9366-86BDC9E81626}" srcOrd="0" destOrd="0" presId="urn:microsoft.com/office/officeart/2016/7/layout/LinearArrowProcessNumbered"/>
    <dgm:cxn modelId="{A4A34CF9-B8FF-45A7-BA5A-34B1C193DE4F}" srcId="{06073204-C434-43DF-BE00-43E4FC0815A8}" destId="{6A9762BF-4866-4672-81E0-EE9F32533A0B}" srcOrd="0" destOrd="0" parTransId="{E2742713-483A-43FF-9451-02B979223AC3}" sibTransId="{FCBCA9B9-04F0-486B-B86B-8940CAD33175}"/>
    <dgm:cxn modelId="{F2C844B1-EFEC-4DE7-95AC-0D76CF020CDC}" type="presParOf" srcId="{1DB58BED-175B-4A30-A6F9-ED4C4180DF25}" destId="{403EB500-0908-4277-BEDE-FC5F5743ED55}" srcOrd="0" destOrd="0" presId="urn:microsoft.com/office/officeart/2016/7/layout/LinearArrowProcessNumbered"/>
    <dgm:cxn modelId="{758F8FC9-3C46-4D5B-9ECC-5244EBDB00B5}" type="presParOf" srcId="{403EB500-0908-4277-BEDE-FC5F5743ED55}" destId="{B1B7C58D-3594-496D-95A3-74E2F019AF1D}" srcOrd="0" destOrd="0" presId="urn:microsoft.com/office/officeart/2016/7/layout/LinearArrowProcessNumbered"/>
    <dgm:cxn modelId="{239AF1D5-C4E1-4C68-BAEF-7F53CD0E42EF}" type="presParOf" srcId="{403EB500-0908-4277-BEDE-FC5F5743ED55}" destId="{5991F0E2-A1A0-4159-AB05-2F91FA54E9DC}" srcOrd="1" destOrd="0" presId="urn:microsoft.com/office/officeart/2016/7/layout/LinearArrowProcessNumbered"/>
    <dgm:cxn modelId="{C681F29C-32CA-40FC-839F-98490075F930}" type="presParOf" srcId="{5991F0E2-A1A0-4159-AB05-2F91FA54E9DC}" destId="{13E0C4C6-C656-402F-B434-586A0076210F}" srcOrd="0" destOrd="0" presId="urn:microsoft.com/office/officeart/2016/7/layout/LinearArrowProcessNumbered"/>
    <dgm:cxn modelId="{AD221753-DFB1-45D2-8CBB-2FA0F5E9942D}" type="presParOf" srcId="{5991F0E2-A1A0-4159-AB05-2F91FA54E9DC}" destId="{C4BB7D18-F95E-4CDC-B989-3DF4BE46402E}" srcOrd="1" destOrd="0" presId="urn:microsoft.com/office/officeart/2016/7/layout/LinearArrowProcessNumbered"/>
    <dgm:cxn modelId="{B62BED57-335A-4233-81A9-E739EDBDDF8B}" type="presParOf" srcId="{5991F0E2-A1A0-4159-AB05-2F91FA54E9DC}" destId="{AEC73997-259F-4B86-9193-293611EAAFE5}" srcOrd="2" destOrd="0" presId="urn:microsoft.com/office/officeart/2016/7/layout/LinearArrowProcessNumbered"/>
    <dgm:cxn modelId="{26E6A12D-AA75-4534-854A-9E59D12764AB}" type="presParOf" srcId="{5991F0E2-A1A0-4159-AB05-2F91FA54E9DC}" destId="{C747DB89-99FF-4A41-885E-1DC42CB7B990}" srcOrd="3" destOrd="0" presId="urn:microsoft.com/office/officeart/2016/7/layout/LinearArrowProcessNumbered"/>
    <dgm:cxn modelId="{3A467075-A81E-4424-AA09-6EE7BAA44CC3}" type="presParOf" srcId="{403EB500-0908-4277-BEDE-FC5F5743ED55}" destId="{A32B2494-FC29-4D44-BF90-BD9448F95B58}" srcOrd="2" destOrd="0" presId="urn:microsoft.com/office/officeart/2016/7/layout/LinearArrowProcessNumbered"/>
    <dgm:cxn modelId="{51F729EC-AC9B-4805-84A6-F48E0CDE2580}" type="presParOf" srcId="{1DB58BED-175B-4A30-A6F9-ED4C4180DF25}" destId="{5C47EC06-8C94-4C0A-A604-4BA84F51C83A}" srcOrd="1" destOrd="0" presId="urn:microsoft.com/office/officeart/2016/7/layout/LinearArrowProcessNumbered"/>
    <dgm:cxn modelId="{3687C3BB-5522-4E09-9E55-47CCCAA73397}" type="presParOf" srcId="{1DB58BED-175B-4A30-A6F9-ED4C4180DF25}" destId="{D82CE5F2-5067-4DC4-9675-579A233214B3}" srcOrd="2" destOrd="0" presId="urn:microsoft.com/office/officeart/2016/7/layout/LinearArrowProcessNumbered"/>
    <dgm:cxn modelId="{3481B489-DDDF-4534-92F2-E033BF7F2CB3}" type="presParOf" srcId="{D82CE5F2-5067-4DC4-9675-579A233214B3}" destId="{5AD87792-A35C-4A21-9EA9-9F312D8D5531}" srcOrd="0" destOrd="0" presId="urn:microsoft.com/office/officeart/2016/7/layout/LinearArrowProcessNumbered"/>
    <dgm:cxn modelId="{4E1D4273-F373-446A-988C-0E17674C1982}" type="presParOf" srcId="{D82CE5F2-5067-4DC4-9675-579A233214B3}" destId="{282FB695-95C3-4D19-868E-58ED317EBAB5}" srcOrd="1" destOrd="0" presId="urn:microsoft.com/office/officeart/2016/7/layout/LinearArrowProcessNumbered"/>
    <dgm:cxn modelId="{DF5C6B97-4621-4198-B119-3FDE49B40B60}" type="presParOf" srcId="{282FB695-95C3-4D19-868E-58ED317EBAB5}" destId="{D81AB56B-F254-40BA-AECC-EE4A739E01BB}" srcOrd="0" destOrd="0" presId="urn:microsoft.com/office/officeart/2016/7/layout/LinearArrowProcessNumbered"/>
    <dgm:cxn modelId="{2023431F-4A35-40A3-93F5-7DA5EF85BEAA}" type="presParOf" srcId="{282FB695-95C3-4D19-868E-58ED317EBAB5}" destId="{14753F2C-C1AA-44A1-9EEE-3BB7FD696B17}" srcOrd="1" destOrd="0" presId="urn:microsoft.com/office/officeart/2016/7/layout/LinearArrowProcessNumbered"/>
    <dgm:cxn modelId="{0CF1F40C-7B1D-4EA1-AE46-A91AEF8E0C14}" type="presParOf" srcId="{282FB695-95C3-4D19-868E-58ED317EBAB5}" destId="{C41CC331-37EE-4760-8B8B-9B146679125D}" srcOrd="2" destOrd="0" presId="urn:microsoft.com/office/officeart/2016/7/layout/LinearArrowProcessNumbered"/>
    <dgm:cxn modelId="{349FF22A-E461-42C4-8EF1-B5C339848642}" type="presParOf" srcId="{282FB695-95C3-4D19-868E-58ED317EBAB5}" destId="{C66C7D62-6870-4C1F-8B19-D0B43E7FAE66}" srcOrd="3" destOrd="0" presId="urn:microsoft.com/office/officeart/2016/7/layout/LinearArrowProcessNumbered"/>
    <dgm:cxn modelId="{1DEF0AD3-8D9C-492F-B6BA-A56C6738D088}" type="presParOf" srcId="{D82CE5F2-5067-4DC4-9675-579A233214B3}" destId="{BAA2004B-D520-4626-B88E-BE59EFF80038}" srcOrd="2" destOrd="0" presId="urn:microsoft.com/office/officeart/2016/7/layout/LinearArrowProcessNumbered"/>
    <dgm:cxn modelId="{71052521-103E-46F0-A758-3C9EC9861915}" type="presParOf" srcId="{1DB58BED-175B-4A30-A6F9-ED4C4180DF25}" destId="{5F1076F0-C110-4760-ABD4-371C3E947BCD}" srcOrd="3" destOrd="0" presId="urn:microsoft.com/office/officeart/2016/7/layout/LinearArrowProcessNumbered"/>
    <dgm:cxn modelId="{3D6ECB2F-76E7-464B-8E0F-5D72EBBF6D7C}" type="presParOf" srcId="{1DB58BED-175B-4A30-A6F9-ED4C4180DF25}" destId="{1A6250F4-7A4C-4FB5-BDCF-9C2F192E1FC4}" srcOrd="4" destOrd="0" presId="urn:microsoft.com/office/officeart/2016/7/layout/LinearArrowProcessNumbered"/>
    <dgm:cxn modelId="{CAC35749-4176-4C73-9134-6A83D2A8BEEA}" type="presParOf" srcId="{1A6250F4-7A4C-4FB5-BDCF-9C2F192E1FC4}" destId="{F6779CCD-AC6A-4418-B78B-7F2C33D11C9D}" srcOrd="0" destOrd="0" presId="urn:microsoft.com/office/officeart/2016/7/layout/LinearArrowProcessNumbered"/>
    <dgm:cxn modelId="{8C71344F-18AA-490B-BC9E-D0E1CDE375EE}" type="presParOf" srcId="{1A6250F4-7A4C-4FB5-BDCF-9C2F192E1FC4}" destId="{2AC41F1E-8D16-4A15-A9BA-4153F1D34B76}" srcOrd="1" destOrd="0" presId="urn:microsoft.com/office/officeart/2016/7/layout/LinearArrowProcessNumbered"/>
    <dgm:cxn modelId="{CD03F707-16AD-4E8D-862B-64CD5D4C68F9}" type="presParOf" srcId="{2AC41F1E-8D16-4A15-A9BA-4153F1D34B76}" destId="{42928C22-13C9-496C-8061-3C95B7C5F1FC}" srcOrd="0" destOrd="0" presId="urn:microsoft.com/office/officeart/2016/7/layout/LinearArrowProcessNumbered"/>
    <dgm:cxn modelId="{D3D3338D-C686-4BFC-8F54-E57E31912620}" type="presParOf" srcId="{2AC41F1E-8D16-4A15-A9BA-4153F1D34B76}" destId="{8164F7B0-414B-4162-9541-7FB45DCD43D6}" srcOrd="1" destOrd="0" presId="urn:microsoft.com/office/officeart/2016/7/layout/LinearArrowProcessNumbered"/>
    <dgm:cxn modelId="{2F5C34E1-0CE7-4217-8F31-2CBF2C45BE78}" type="presParOf" srcId="{2AC41F1E-8D16-4A15-A9BA-4153F1D34B76}" destId="{55F3B9C3-1191-4EF8-9840-B3D62483C595}" srcOrd="2" destOrd="0" presId="urn:microsoft.com/office/officeart/2016/7/layout/LinearArrowProcessNumbered"/>
    <dgm:cxn modelId="{BA1FC71D-2EB9-4E23-AFF4-3CDEF3537E3A}" type="presParOf" srcId="{2AC41F1E-8D16-4A15-A9BA-4153F1D34B76}" destId="{C8F8FECE-0B74-40FA-9CEC-59EB35212206}" srcOrd="3" destOrd="0" presId="urn:microsoft.com/office/officeart/2016/7/layout/LinearArrowProcessNumbered"/>
    <dgm:cxn modelId="{0731F1EF-19B9-40F2-A5EF-3A58BD17285F}" type="presParOf" srcId="{1A6250F4-7A4C-4FB5-BDCF-9C2F192E1FC4}" destId="{B721BCAB-4DF4-4763-8294-51C91CC29F92}" srcOrd="2" destOrd="0" presId="urn:microsoft.com/office/officeart/2016/7/layout/LinearArrowProcessNumbered"/>
    <dgm:cxn modelId="{3FDE420D-113D-4BE5-A551-F3EA3D9873B1}" type="presParOf" srcId="{1DB58BED-175B-4A30-A6F9-ED4C4180DF25}" destId="{F7C034F5-4D97-4444-8FBF-C590F866DD97}" srcOrd="5" destOrd="0" presId="urn:microsoft.com/office/officeart/2016/7/layout/LinearArrowProcessNumbered"/>
    <dgm:cxn modelId="{47B616E9-CC79-4AA9-ADC4-1287B32267ED}" type="presParOf" srcId="{1DB58BED-175B-4A30-A6F9-ED4C4180DF25}" destId="{94542B0E-E6AD-489F-81CE-CD90A6A8F796}" srcOrd="6" destOrd="0" presId="urn:microsoft.com/office/officeart/2016/7/layout/LinearArrowProcessNumbered"/>
    <dgm:cxn modelId="{C16B29A4-4340-4DDC-B2B1-3B270C778D50}" type="presParOf" srcId="{94542B0E-E6AD-489F-81CE-CD90A6A8F796}" destId="{4C5E69B6-2334-467D-9857-2BB2412C360F}" srcOrd="0" destOrd="0" presId="urn:microsoft.com/office/officeart/2016/7/layout/LinearArrowProcessNumbered"/>
    <dgm:cxn modelId="{9583D04F-9B6B-4E43-982C-0755D15B8CCD}" type="presParOf" srcId="{94542B0E-E6AD-489F-81CE-CD90A6A8F796}" destId="{BEFA9E9B-E863-44EB-9530-B2E51D2AC0D1}" srcOrd="1" destOrd="0" presId="urn:microsoft.com/office/officeart/2016/7/layout/LinearArrowProcessNumbered"/>
    <dgm:cxn modelId="{F8A47CC5-14F7-4D5D-A884-581EB7FA8883}" type="presParOf" srcId="{BEFA9E9B-E863-44EB-9530-B2E51D2AC0D1}" destId="{4C7B3E3A-3A28-406F-A80B-FA7A976BD2F8}" srcOrd="0" destOrd="0" presId="urn:microsoft.com/office/officeart/2016/7/layout/LinearArrowProcessNumbered"/>
    <dgm:cxn modelId="{42AB9C44-2ADE-4246-A8F3-581ECE7916E8}" type="presParOf" srcId="{BEFA9E9B-E863-44EB-9530-B2E51D2AC0D1}" destId="{959C9625-D588-4603-9CC2-043D6F158D71}" srcOrd="1" destOrd="0" presId="urn:microsoft.com/office/officeart/2016/7/layout/LinearArrowProcessNumbered"/>
    <dgm:cxn modelId="{3E202DD8-CF1E-4F24-B251-25397FE7D0E1}" type="presParOf" srcId="{BEFA9E9B-E863-44EB-9530-B2E51D2AC0D1}" destId="{078BF44B-C483-4050-9ED7-E31860E3F35E}" srcOrd="2" destOrd="0" presId="urn:microsoft.com/office/officeart/2016/7/layout/LinearArrowProcessNumbered"/>
    <dgm:cxn modelId="{38901CF1-B2F3-449A-BF77-8644894733D2}" type="presParOf" srcId="{BEFA9E9B-E863-44EB-9530-B2E51D2AC0D1}" destId="{46C0CAE6-9A59-4BD8-82D5-6023DFE37698}" srcOrd="3" destOrd="0" presId="urn:microsoft.com/office/officeart/2016/7/layout/LinearArrowProcessNumbered"/>
    <dgm:cxn modelId="{31A5D45A-13E4-417F-8D9A-B28221F1DC22}" type="presParOf" srcId="{94542B0E-E6AD-489F-81CE-CD90A6A8F796}" destId="{570F679D-C65B-40EC-AEAF-F4B4ED1855BB}" srcOrd="2" destOrd="0" presId="urn:microsoft.com/office/officeart/2016/7/layout/LinearArrowProcessNumbered"/>
    <dgm:cxn modelId="{0F701341-5843-493A-9DD8-00A345144566}" type="presParOf" srcId="{1DB58BED-175B-4A30-A6F9-ED4C4180DF25}" destId="{E16A9569-6E14-4DEA-B469-8F28631B5E33}" srcOrd="7" destOrd="0" presId="urn:microsoft.com/office/officeart/2016/7/layout/LinearArrowProcessNumbered"/>
    <dgm:cxn modelId="{5944AED5-057D-4839-A0A2-0FDB7DF1E56F}" type="presParOf" srcId="{1DB58BED-175B-4A30-A6F9-ED4C4180DF25}" destId="{4F1D3914-96A0-43A4-82A2-600452D4EB89}" srcOrd="8" destOrd="0" presId="urn:microsoft.com/office/officeart/2016/7/layout/LinearArrowProcessNumbered"/>
    <dgm:cxn modelId="{13B68DB3-2EC1-4390-B713-2A2231509246}" type="presParOf" srcId="{4F1D3914-96A0-43A4-82A2-600452D4EB89}" destId="{44BA9EB6-3968-4207-922C-E8C3DB2CA6E8}" srcOrd="0" destOrd="0" presId="urn:microsoft.com/office/officeart/2016/7/layout/LinearArrowProcessNumbered"/>
    <dgm:cxn modelId="{E2372837-D448-4EC0-A6E1-2EADCA41ADE3}" type="presParOf" srcId="{4F1D3914-96A0-43A4-82A2-600452D4EB89}" destId="{A2B0FDA5-F57C-4FC2-B466-21ABA10BBF28}" srcOrd="1" destOrd="0" presId="urn:microsoft.com/office/officeart/2016/7/layout/LinearArrowProcessNumbered"/>
    <dgm:cxn modelId="{5E633D88-E357-4488-8729-842EE5A56943}" type="presParOf" srcId="{A2B0FDA5-F57C-4FC2-B466-21ABA10BBF28}" destId="{B28E8AF9-F67E-456C-AD22-1A7761126EE5}" srcOrd="0" destOrd="0" presId="urn:microsoft.com/office/officeart/2016/7/layout/LinearArrowProcessNumbered"/>
    <dgm:cxn modelId="{BB03219E-5435-4AB7-8565-96BA31C15A46}" type="presParOf" srcId="{A2B0FDA5-F57C-4FC2-B466-21ABA10BBF28}" destId="{37C006F0-91EE-47EB-A567-2FEEC3257C6B}" srcOrd="1" destOrd="0" presId="urn:microsoft.com/office/officeart/2016/7/layout/LinearArrowProcessNumbered"/>
    <dgm:cxn modelId="{BED376C8-6FFA-47CD-9EC5-EFC0ADD589F5}" type="presParOf" srcId="{A2B0FDA5-F57C-4FC2-B466-21ABA10BBF28}" destId="{3926E7D5-FF26-412C-B2FC-EB2AFB23B7F8}" srcOrd="2" destOrd="0" presId="urn:microsoft.com/office/officeart/2016/7/layout/LinearArrowProcessNumbered"/>
    <dgm:cxn modelId="{129C4B39-EF43-4332-A2C8-17AB5183BCC5}" type="presParOf" srcId="{A2B0FDA5-F57C-4FC2-B466-21ABA10BBF28}" destId="{156D6C13-4B72-4CE4-A5BE-4A4E77D3BE76}" srcOrd="3" destOrd="0" presId="urn:microsoft.com/office/officeart/2016/7/layout/LinearArrowProcessNumbered"/>
    <dgm:cxn modelId="{57EF10CD-5E99-4644-93DF-53F80B0E7210}" type="presParOf" srcId="{4F1D3914-96A0-43A4-82A2-600452D4EB89}" destId="{A161DE15-930B-4310-9366-86BDC9E81626}"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60E1EF-A5F4-4BBF-9430-4BC57DE4AC7A}"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6F9EA09F-04C4-4D2E-9F4D-FEAFBDC881DE}">
      <dgm:prSet custT="1"/>
      <dgm:spPr/>
      <dgm:t>
        <a:bodyPr/>
        <a:lstStyle/>
        <a:p>
          <a:r>
            <a:rPr lang="en-US" sz="1600" dirty="0"/>
            <a:t>The waterfall method is where you plan every possible variable before you begin creating the product. </a:t>
          </a:r>
        </a:p>
      </dgm:t>
    </dgm:pt>
    <dgm:pt modelId="{11171CE3-A6DA-4C2C-9E71-BCF624582F31}" type="parTrans" cxnId="{718E7BB7-945D-43BC-AC0A-8F6327DC8CC8}">
      <dgm:prSet/>
      <dgm:spPr/>
      <dgm:t>
        <a:bodyPr/>
        <a:lstStyle/>
        <a:p>
          <a:endParaRPr lang="en-US"/>
        </a:p>
      </dgm:t>
    </dgm:pt>
    <dgm:pt modelId="{36C5E29C-4A69-40BF-9C3D-9480799D8AD1}" type="sibTrans" cxnId="{718E7BB7-945D-43BC-AC0A-8F6327DC8CC8}">
      <dgm:prSet/>
      <dgm:spPr/>
      <dgm:t>
        <a:bodyPr/>
        <a:lstStyle/>
        <a:p>
          <a:endParaRPr lang="en-US"/>
        </a:p>
      </dgm:t>
    </dgm:pt>
    <dgm:pt modelId="{EB99D489-3414-4E3E-9E64-2B6F6325D6FA}">
      <dgm:prSet custT="1"/>
      <dgm:spPr/>
      <dgm:t>
        <a:bodyPr/>
        <a:lstStyle/>
        <a:p>
          <a:r>
            <a:rPr lang="en-US" sz="1600" dirty="0"/>
            <a:t>Detailed planning ensues for each phase of the project.</a:t>
          </a:r>
        </a:p>
      </dgm:t>
    </dgm:pt>
    <dgm:pt modelId="{B5E85037-EF4F-4E05-A0B4-22E499A8BD8F}" type="parTrans" cxnId="{6E2703D3-50EF-443B-907A-6E870308EBB3}">
      <dgm:prSet/>
      <dgm:spPr/>
      <dgm:t>
        <a:bodyPr/>
        <a:lstStyle/>
        <a:p>
          <a:endParaRPr lang="en-US"/>
        </a:p>
      </dgm:t>
    </dgm:pt>
    <dgm:pt modelId="{12BCFF41-6E4B-4C9B-A9F7-6C6E602B98E8}" type="sibTrans" cxnId="{6E2703D3-50EF-443B-907A-6E870308EBB3}">
      <dgm:prSet/>
      <dgm:spPr/>
      <dgm:t>
        <a:bodyPr/>
        <a:lstStyle/>
        <a:p>
          <a:endParaRPr lang="en-US"/>
        </a:p>
      </dgm:t>
    </dgm:pt>
    <dgm:pt modelId="{2115043B-8E71-4CCD-8CA9-3756B7A459C0}">
      <dgm:prSet custT="1"/>
      <dgm:spPr/>
      <dgm:t>
        <a:bodyPr/>
        <a:lstStyle/>
        <a:p>
          <a:r>
            <a:rPr lang="en-US" sz="1600" dirty="0"/>
            <a:t>Each step and phase will be followed until the entire project is complete (Adobe, 2025).</a:t>
          </a:r>
        </a:p>
      </dgm:t>
    </dgm:pt>
    <dgm:pt modelId="{684B3365-C49B-4617-87BD-DC1BAD32D2E0}" type="parTrans" cxnId="{B47794FE-E095-4880-A0BF-E8FA237F9E13}">
      <dgm:prSet/>
      <dgm:spPr/>
      <dgm:t>
        <a:bodyPr/>
        <a:lstStyle/>
        <a:p>
          <a:endParaRPr lang="en-US"/>
        </a:p>
      </dgm:t>
    </dgm:pt>
    <dgm:pt modelId="{2D1DC441-309D-4BD5-A98E-272EFAA640B2}" type="sibTrans" cxnId="{B47794FE-E095-4880-A0BF-E8FA237F9E13}">
      <dgm:prSet/>
      <dgm:spPr/>
      <dgm:t>
        <a:bodyPr/>
        <a:lstStyle/>
        <a:p>
          <a:endParaRPr lang="en-US"/>
        </a:p>
      </dgm:t>
    </dgm:pt>
    <dgm:pt modelId="{6B7DEB02-895C-4F1C-8662-6A46A4A40B2C}">
      <dgm:prSet custT="1"/>
      <dgm:spPr/>
      <dgm:t>
        <a:bodyPr/>
        <a:lstStyle/>
        <a:p>
          <a:r>
            <a:rPr lang="en-US" sz="1400" dirty="0"/>
            <a:t>The entire product relies on a lot of preparation and documenting along the way to combat errors you may face later on (Adobe, 2025).</a:t>
          </a:r>
        </a:p>
      </dgm:t>
    </dgm:pt>
    <dgm:pt modelId="{70FC6F6C-B8D7-4B45-B4FF-FD712CC150F8}" type="parTrans" cxnId="{D3BB2F69-9014-4315-9F81-E55543E772D2}">
      <dgm:prSet/>
      <dgm:spPr/>
      <dgm:t>
        <a:bodyPr/>
        <a:lstStyle/>
        <a:p>
          <a:endParaRPr lang="en-US"/>
        </a:p>
      </dgm:t>
    </dgm:pt>
    <dgm:pt modelId="{1FDB8B91-5901-4381-ABD1-910783D8579D}" type="sibTrans" cxnId="{D3BB2F69-9014-4315-9F81-E55543E772D2}">
      <dgm:prSet/>
      <dgm:spPr/>
      <dgm:t>
        <a:bodyPr/>
        <a:lstStyle/>
        <a:p>
          <a:endParaRPr lang="en-US"/>
        </a:p>
      </dgm:t>
    </dgm:pt>
    <dgm:pt modelId="{5CF218DE-B339-4154-A837-806C62956251}" type="pres">
      <dgm:prSet presAssocID="{3460E1EF-A5F4-4BBF-9430-4BC57DE4AC7A}" presName="root" presStyleCnt="0">
        <dgm:presLayoutVars>
          <dgm:dir/>
          <dgm:resizeHandles val="exact"/>
        </dgm:presLayoutVars>
      </dgm:prSet>
      <dgm:spPr/>
    </dgm:pt>
    <dgm:pt modelId="{F5017DB2-E858-40D0-95AE-A0ACCEE66F02}" type="pres">
      <dgm:prSet presAssocID="{6F9EA09F-04C4-4D2E-9F4D-FEAFBDC881DE}" presName="compNode" presStyleCnt="0"/>
      <dgm:spPr/>
    </dgm:pt>
    <dgm:pt modelId="{8211AB38-8B68-41B0-897B-4FB585A8FBC7}" type="pres">
      <dgm:prSet presAssocID="{6F9EA09F-04C4-4D2E-9F4D-FEAFBDC881D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aterfall scene"/>
        </a:ext>
      </dgm:extLst>
    </dgm:pt>
    <dgm:pt modelId="{B3A15F41-F58C-4B78-B7AE-839590C37D0B}" type="pres">
      <dgm:prSet presAssocID="{6F9EA09F-04C4-4D2E-9F4D-FEAFBDC881DE}" presName="spaceRect" presStyleCnt="0"/>
      <dgm:spPr/>
    </dgm:pt>
    <dgm:pt modelId="{1EF58D0C-32F0-479C-9F44-2B4A8C6DDEA9}" type="pres">
      <dgm:prSet presAssocID="{6F9EA09F-04C4-4D2E-9F4D-FEAFBDC881DE}" presName="textRect" presStyleLbl="revTx" presStyleIdx="0" presStyleCnt="4">
        <dgm:presLayoutVars>
          <dgm:chMax val="1"/>
          <dgm:chPref val="1"/>
        </dgm:presLayoutVars>
      </dgm:prSet>
      <dgm:spPr/>
    </dgm:pt>
    <dgm:pt modelId="{0126FEDD-2ED2-4C47-BC5A-1D552403A07C}" type="pres">
      <dgm:prSet presAssocID="{36C5E29C-4A69-40BF-9C3D-9480799D8AD1}" presName="sibTrans" presStyleCnt="0"/>
      <dgm:spPr/>
    </dgm:pt>
    <dgm:pt modelId="{43E7593E-A9C8-42CE-99E4-427291E2F3E8}" type="pres">
      <dgm:prSet presAssocID="{EB99D489-3414-4E3E-9E64-2B6F6325D6FA}" presName="compNode" presStyleCnt="0"/>
      <dgm:spPr/>
    </dgm:pt>
    <dgm:pt modelId="{56175A86-77A7-422C-8002-03FF79CE6C03}" type="pres">
      <dgm:prSet presAssocID="{EB99D489-3414-4E3E-9E64-2B6F6325D6FA}"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237CF491-03BC-4343-A03F-86F939834A87}" type="pres">
      <dgm:prSet presAssocID="{EB99D489-3414-4E3E-9E64-2B6F6325D6FA}" presName="spaceRect" presStyleCnt="0"/>
      <dgm:spPr/>
    </dgm:pt>
    <dgm:pt modelId="{8FBCBCFE-0A60-43E5-8F8F-5D62615EA63A}" type="pres">
      <dgm:prSet presAssocID="{EB99D489-3414-4E3E-9E64-2B6F6325D6FA}" presName="textRect" presStyleLbl="revTx" presStyleIdx="1" presStyleCnt="4">
        <dgm:presLayoutVars>
          <dgm:chMax val="1"/>
          <dgm:chPref val="1"/>
        </dgm:presLayoutVars>
      </dgm:prSet>
      <dgm:spPr/>
    </dgm:pt>
    <dgm:pt modelId="{260D063F-7485-4298-BBA1-ED592FD2AA9D}" type="pres">
      <dgm:prSet presAssocID="{12BCFF41-6E4B-4C9B-A9F7-6C6E602B98E8}" presName="sibTrans" presStyleCnt="0"/>
      <dgm:spPr/>
    </dgm:pt>
    <dgm:pt modelId="{8AADB100-6328-4782-A47E-CE362C999170}" type="pres">
      <dgm:prSet presAssocID="{2115043B-8E71-4CCD-8CA9-3756B7A459C0}" presName="compNode" presStyleCnt="0"/>
      <dgm:spPr/>
    </dgm:pt>
    <dgm:pt modelId="{5B330725-AFED-4B9C-A505-E3017E8A7E99}" type="pres">
      <dgm:prSet presAssocID="{2115043B-8E71-4CCD-8CA9-3756B7A459C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eb Design"/>
        </a:ext>
      </dgm:extLst>
    </dgm:pt>
    <dgm:pt modelId="{3A29B152-CE9C-427D-99D2-0C56EF6BE2D5}" type="pres">
      <dgm:prSet presAssocID="{2115043B-8E71-4CCD-8CA9-3756B7A459C0}" presName="spaceRect" presStyleCnt="0"/>
      <dgm:spPr/>
    </dgm:pt>
    <dgm:pt modelId="{C845FA70-A95A-4637-A990-3923EC116444}" type="pres">
      <dgm:prSet presAssocID="{2115043B-8E71-4CCD-8CA9-3756B7A459C0}" presName="textRect" presStyleLbl="revTx" presStyleIdx="2" presStyleCnt="4">
        <dgm:presLayoutVars>
          <dgm:chMax val="1"/>
          <dgm:chPref val="1"/>
        </dgm:presLayoutVars>
      </dgm:prSet>
      <dgm:spPr/>
    </dgm:pt>
    <dgm:pt modelId="{E99669CF-6A80-4C3E-A6A2-762F486DB9F2}" type="pres">
      <dgm:prSet presAssocID="{2D1DC441-309D-4BD5-A98E-272EFAA640B2}" presName="sibTrans" presStyleCnt="0"/>
      <dgm:spPr/>
    </dgm:pt>
    <dgm:pt modelId="{E8B87631-0A66-4ABB-B2B3-5E0E650BE983}" type="pres">
      <dgm:prSet presAssocID="{6B7DEB02-895C-4F1C-8662-6A46A4A40B2C}" presName="compNode" presStyleCnt="0"/>
      <dgm:spPr/>
    </dgm:pt>
    <dgm:pt modelId="{E4166766-F75A-4E3A-A1C0-479C535C99CA}" type="pres">
      <dgm:prSet presAssocID="{6B7DEB02-895C-4F1C-8662-6A46A4A40B2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A6F57651-9853-46FA-B8A9-30EC5CD53E14}" type="pres">
      <dgm:prSet presAssocID="{6B7DEB02-895C-4F1C-8662-6A46A4A40B2C}" presName="spaceRect" presStyleCnt="0"/>
      <dgm:spPr/>
    </dgm:pt>
    <dgm:pt modelId="{86DFF187-886B-463D-9B5C-1E856DBBC085}" type="pres">
      <dgm:prSet presAssocID="{6B7DEB02-895C-4F1C-8662-6A46A4A40B2C}" presName="textRect" presStyleLbl="revTx" presStyleIdx="3" presStyleCnt="4">
        <dgm:presLayoutVars>
          <dgm:chMax val="1"/>
          <dgm:chPref val="1"/>
        </dgm:presLayoutVars>
      </dgm:prSet>
      <dgm:spPr/>
    </dgm:pt>
  </dgm:ptLst>
  <dgm:cxnLst>
    <dgm:cxn modelId="{AA5B6306-C53D-43F7-B632-B324447C0D3C}" type="presOf" srcId="{2115043B-8E71-4CCD-8CA9-3756B7A459C0}" destId="{C845FA70-A95A-4637-A990-3923EC116444}" srcOrd="0" destOrd="0" presId="urn:microsoft.com/office/officeart/2018/2/layout/IconLabelList"/>
    <dgm:cxn modelId="{7FCDB645-5694-46EF-815C-048CD314221F}" type="presOf" srcId="{6B7DEB02-895C-4F1C-8662-6A46A4A40B2C}" destId="{86DFF187-886B-463D-9B5C-1E856DBBC085}" srcOrd="0" destOrd="0" presId="urn:microsoft.com/office/officeart/2018/2/layout/IconLabelList"/>
    <dgm:cxn modelId="{D3BB2F69-9014-4315-9F81-E55543E772D2}" srcId="{3460E1EF-A5F4-4BBF-9430-4BC57DE4AC7A}" destId="{6B7DEB02-895C-4F1C-8662-6A46A4A40B2C}" srcOrd="3" destOrd="0" parTransId="{70FC6F6C-B8D7-4B45-B4FF-FD712CC150F8}" sibTransId="{1FDB8B91-5901-4381-ABD1-910783D8579D}"/>
    <dgm:cxn modelId="{718E7BB7-945D-43BC-AC0A-8F6327DC8CC8}" srcId="{3460E1EF-A5F4-4BBF-9430-4BC57DE4AC7A}" destId="{6F9EA09F-04C4-4D2E-9F4D-FEAFBDC881DE}" srcOrd="0" destOrd="0" parTransId="{11171CE3-A6DA-4C2C-9E71-BCF624582F31}" sibTransId="{36C5E29C-4A69-40BF-9C3D-9480799D8AD1}"/>
    <dgm:cxn modelId="{86B4E2CB-F287-4414-8E75-817C49394107}" type="presOf" srcId="{6F9EA09F-04C4-4D2E-9F4D-FEAFBDC881DE}" destId="{1EF58D0C-32F0-479C-9F44-2B4A8C6DDEA9}" srcOrd="0" destOrd="0" presId="urn:microsoft.com/office/officeart/2018/2/layout/IconLabelList"/>
    <dgm:cxn modelId="{2F2962CD-858F-4329-85B1-576AB6A0293D}" type="presOf" srcId="{3460E1EF-A5F4-4BBF-9430-4BC57DE4AC7A}" destId="{5CF218DE-B339-4154-A837-806C62956251}" srcOrd="0" destOrd="0" presId="urn:microsoft.com/office/officeart/2018/2/layout/IconLabelList"/>
    <dgm:cxn modelId="{8B8D2AD0-38EC-40A1-BAEF-C804DDECB86D}" type="presOf" srcId="{EB99D489-3414-4E3E-9E64-2B6F6325D6FA}" destId="{8FBCBCFE-0A60-43E5-8F8F-5D62615EA63A}" srcOrd="0" destOrd="0" presId="urn:microsoft.com/office/officeart/2018/2/layout/IconLabelList"/>
    <dgm:cxn modelId="{6E2703D3-50EF-443B-907A-6E870308EBB3}" srcId="{3460E1EF-A5F4-4BBF-9430-4BC57DE4AC7A}" destId="{EB99D489-3414-4E3E-9E64-2B6F6325D6FA}" srcOrd="1" destOrd="0" parTransId="{B5E85037-EF4F-4E05-A0B4-22E499A8BD8F}" sibTransId="{12BCFF41-6E4B-4C9B-A9F7-6C6E602B98E8}"/>
    <dgm:cxn modelId="{B47794FE-E095-4880-A0BF-E8FA237F9E13}" srcId="{3460E1EF-A5F4-4BBF-9430-4BC57DE4AC7A}" destId="{2115043B-8E71-4CCD-8CA9-3756B7A459C0}" srcOrd="2" destOrd="0" parTransId="{684B3365-C49B-4617-87BD-DC1BAD32D2E0}" sibTransId="{2D1DC441-309D-4BD5-A98E-272EFAA640B2}"/>
    <dgm:cxn modelId="{3DADB6E5-3020-4E73-A372-DCC76B209826}" type="presParOf" srcId="{5CF218DE-B339-4154-A837-806C62956251}" destId="{F5017DB2-E858-40D0-95AE-A0ACCEE66F02}" srcOrd="0" destOrd="0" presId="urn:microsoft.com/office/officeart/2018/2/layout/IconLabelList"/>
    <dgm:cxn modelId="{5211E317-454E-49C8-93F2-E106FA015211}" type="presParOf" srcId="{F5017DB2-E858-40D0-95AE-A0ACCEE66F02}" destId="{8211AB38-8B68-41B0-897B-4FB585A8FBC7}" srcOrd="0" destOrd="0" presId="urn:microsoft.com/office/officeart/2018/2/layout/IconLabelList"/>
    <dgm:cxn modelId="{94D3342C-A955-4254-A181-29D830142356}" type="presParOf" srcId="{F5017DB2-E858-40D0-95AE-A0ACCEE66F02}" destId="{B3A15F41-F58C-4B78-B7AE-839590C37D0B}" srcOrd="1" destOrd="0" presId="urn:microsoft.com/office/officeart/2018/2/layout/IconLabelList"/>
    <dgm:cxn modelId="{5F75F8BB-6F3B-4518-ACF7-42C15BD0D2CE}" type="presParOf" srcId="{F5017DB2-E858-40D0-95AE-A0ACCEE66F02}" destId="{1EF58D0C-32F0-479C-9F44-2B4A8C6DDEA9}" srcOrd="2" destOrd="0" presId="urn:microsoft.com/office/officeart/2018/2/layout/IconLabelList"/>
    <dgm:cxn modelId="{940F4E33-7490-4834-8E42-8FFBFF5897C8}" type="presParOf" srcId="{5CF218DE-B339-4154-A837-806C62956251}" destId="{0126FEDD-2ED2-4C47-BC5A-1D552403A07C}" srcOrd="1" destOrd="0" presId="urn:microsoft.com/office/officeart/2018/2/layout/IconLabelList"/>
    <dgm:cxn modelId="{32509539-62FD-44D7-8437-09E46F21908B}" type="presParOf" srcId="{5CF218DE-B339-4154-A837-806C62956251}" destId="{43E7593E-A9C8-42CE-99E4-427291E2F3E8}" srcOrd="2" destOrd="0" presId="urn:microsoft.com/office/officeart/2018/2/layout/IconLabelList"/>
    <dgm:cxn modelId="{D161DB56-5517-4F37-8C53-8812FA74561A}" type="presParOf" srcId="{43E7593E-A9C8-42CE-99E4-427291E2F3E8}" destId="{56175A86-77A7-422C-8002-03FF79CE6C03}" srcOrd="0" destOrd="0" presId="urn:microsoft.com/office/officeart/2018/2/layout/IconLabelList"/>
    <dgm:cxn modelId="{3335316F-BED1-4B3D-99C7-AC0BA8DD9B64}" type="presParOf" srcId="{43E7593E-A9C8-42CE-99E4-427291E2F3E8}" destId="{237CF491-03BC-4343-A03F-86F939834A87}" srcOrd="1" destOrd="0" presId="urn:microsoft.com/office/officeart/2018/2/layout/IconLabelList"/>
    <dgm:cxn modelId="{D7FD27AE-6F80-48DB-9A3D-EBAB7EC07D39}" type="presParOf" srcId="{43E7593E-A9C8-42CE-99E4-427291E2F3E8}" destId="{8FBCBCFE-0A60-43E5-8F8F-5D62615EA63A}" srcOrd="2" destOrd="0" presId="urn:microsoft.com/office/officeart/2018/2/layout/IconLabelList"/>
    <dgm:cxn modelId="{4715DB0E-D7E7-4515-9C41-0AB4171DA36D}" type="presParOf" srcId="{5CF218DE-B339-4154-A837-806C62956251}" destId="{260D063F-7485-4298-BBA1-ED592FD2AA9D}" srcOrd="3" destOrd="0" presId="urn:microsoft.com/office/officeart/2018/2/layout/IconLabelList"/>
    <dgm:cxn modelId="{AF5AE182-25D2-4CB2-A8E1-48E588573BED}" type="presParOf" srcId="{5CF218DE-B339-4154-A837-806C62956251}" destId="{8AADB100-6328-4782-A47E-CE362C999170}" srcOrd="4" destOrd="0" presId="urn:microsoft.com/office/officeart/2018/2/layout/IconLabelList"/>
    <dgm:cxn modelId="{098C9D8A-7273-42FE-824B-DE438313498E}" type="presParOf" srcId="{8AADB100-6328-4782-A47E-CE362C999170}" destId="{5B330725-AFED-4B9C-A505-E3017E8A7E99}" srcOrd="0" destOrd="0" presId="urn:microsoft.com/office/officeart/2018/2/layout/IconLabelList"/>
    <dgm:cxn modelId="{D34876E0-46DF-4A0C-8A1E-3EE9AE34BDD2}" type="presParOf" srcId="{8AADB100-6328-4782-A47E-CE362C999170}" destId="{3A29B152-CE9C-427D-99D2-0C56EF6BE2D5}" srcOrd="1" destOrd="0" presId="urn:microsoft.com/office/officeart/2018/2/layout/IconLabelList"/>
    <dgm:cxn modelId="{79EB4A23-C7F7-4AE6-8722-BC4D56312A9A}" type="presParOf" srcId="{8AADB100-6328-4782-A47E-CE362C999170}" destId="{C845FA70-A95A-4637-A990-3923EC116444}" srcOrd="2" destOrd="0" presId="urn:microsoft.com/office/officeart/2018/2/layout/IconLabelList"/>
    <dgm:cxn modelId="{1A5FC369-6D03-4851-B53E-DE62DC36F775}" type="presParOf" srcId="{5CF218DE-B339-4154-A837-806C62956251}" destId="{E99669CF-6A80-4C3E-A6A2-762F486DB9F2}" srcOrd="5" destOrd="0" presId="urn:microsoft.com/office/officeart/2018/2/layout/IconLabelList"/>
    <dgm:cxn modelId="{D666DD5D-B915-4131-A29D-4AC5DE2B7143}" type="presParOf" srcId="{5CF218DE-B339-4154-A837-806C62956251}" destId="{E8B87631-0A66-4ABB-B2B3-5E0E650BE983}" srcOrd="6" destOrd="0" presId="urn:microsoft.com/office/officeart/2018/2/layout/IconLabelList"/>
    <dgm:cxn modelId="{2ADB3142-974E-4930-9A05-FD393A094A34}" type="presParOf" srcId="{E8B87631-0A66-4ABB-B2B3-5E0E650BE983}" destId="{E4166766-F75A-4E3A-A1C0-479C535C99CA}" srcOrd="0" destOrd="0" presId="urn:microsoft.com/office/officeart/2018/2/layout/IconLabelList"/>
    <dgm:cxn modelId="{746D2C4D-77D8-4534-83D9-29F3989F0E6C}" type="presParOf" srcId="{E8B87631-0A66-4ABB-B2B3-5E0E650BE983}" destId="{A6F57651-9853-46FA-B8A9-30EC5CD53E14}" srcOrd="1" destOrd="0" presId="urn:microsoft.com/office/officeart/2018/2/layout/IconLabelList"/>
    <dgm:cxn modelId="{5E4968EB-9677-4E95-A687-6152129E1894}" type="presParOf" srcId="{E8B87631-0A66-4ABB-B2B3-5E0E650BE983}" destId="{86DFF187-886B-463D-9B5C-1E856DBBC085}"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27EA3-2D27-45A6-8675-6CCCAEA7648E}">
      <dsp:nvSpPr>
        <dsp:cNvPr id="0" name=""/>
        <dsp:cNvSpPr/>
      </dsp:nvSpPr>
      <dsp:spPr>
        <a:xfrm>
          <a:off x="0" y="39625"/>
          <a:ext cx="11029615" cy="7737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24A40B-19B7-4B1E-8A12-BE1D44E30340}">
      <dsp:nvSpPr>
        <dsp:cNvPr id="0" name=""/>
        <dsp:cNvSpPr/>
      </dsp:nvSpPr>
      <dsp:spPr>
        <a:xfrm>
          <a:off x="234055" y="175617"/>
          <a:ext cx="425555" cy="4255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B2125B-1462-418E-A856-B951911B1C64}">
      <dsp:nvSpPr>
        <dsp:cNvPr id="0" name=""/>
        <dsp:cNvSpPr/>
      </dsp:nvSpPr>
      <dsp:spPr>
        <a:xfrm>
          <a:off x="893665" y="1526"/>
          <a:ext cx="10135949" cy="77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887" tIns="81887" rIns="81887" bIns="81887" numCol="1" spcCol="1270" anchor="ctr" anchorCtr="0">
          <a:noAutofit/>
        </a:bodyPr>
        <a:lstStyle/>
        <a:p>
          <a:pPr marL="0" lvl="0" indent="0" algn="l" defTabSz="666750">
            <a:lnSpc>
              <a:spcPct val="90000"/>
            </a:lnSpc>
            <a:spcBef>
              <a:spcPct val="0"/>
            </a:spcBef>
            <a:spcAft>
              <a:spcPct val="35000"/>
            </a:spcAft>
            <a:buNone/>
          </a:pPr>
          <a:r>
            <a:rPr lang="en-US" sz="1500" kern="1200" dirty="0"/>
            <a:t>Scrum Master – Facilitator of Scrum events, Daily Scrums, and drives teams’ ability to get the tasks done through good leadership and influence (Kaczor, 2025). Think of them as the organizer who fosters a solid team environment and manages all the talent on the team.</a:t>
          </a:r>
        </a:p>
      </dsp:txBody>
      <dsp:txXfrm>
        <a:off x="893665" y="1526"/>
        <a:ext cx="10135949" cy="773736"/>
      </dsp:txXfrm>
    </dsp:sp>
    <dsp:sp modelId="{C36362CB-A6A4-47F4-8721-EF7D3583C753}">
      <dsp:nvSpPr>
        <dsp:cNvPr id="0" name=""/>
        <dsp:cNvSpPr/>
      </dsp:nvSpPr>
      <dsp:spPr>
        <a:xfrm>
          <a:off x="0" y="968697"/>
          <a:ext cx="11029615" cy="7737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EA1472-3E64-4BD6-A0FA-A8E206B7A9DF}">
      <dsp:nvSpPr>
        <dsp:cNvPr id="0" name=""/>
        <dsp:cNvSpPr/>
      </dsp:nvSpPr>
      <dsp:spPr>
        <a:xfrm>
          <a:off x="234055" y="1142788"/>
          <a:ext cx="425555" cy="4255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482417E-85C8-4430-BB97-AFA144D2CBE9}">
      <dsp:nvSpPr>
        <dsp:cNvPr id="0" name=""/>
        <dsp:cNvSpPr/>
      </dsp:nvSpPr>
      <dsp:spPr>
        <a:xfrm>
          <a:off x="893665" y="968697"/>
          <a:ext cx="10135949" cy="77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887" tIns="81887" rIns="81887" bIns="81887" numCol="1" spcCol="1270" anchor="ctr" anchorCtr="0">
          <a:noAutofit/>
        </a:bodyPr>
        <a:lstStyle/>
        <a:p>
          <a:pPr marL="0" lvl="0" indent="0" algn="l" defTabSz="666750">
            <a:lnSpc>
              <a:spcPct val="90000"/>
            </a:lnSpc>
            <a:spcBef>
              <a:spcPct val="0"/>
            </a:spcBef>
            <a:spcAft>
              <a:spcPct val="35000"/>
            </a:spcAft>
            <a:buNone/>
          </a:pPr>
          <a:r>
            <a:rPr lang="en-US" sz="1500" kern="1200" dirty="0"/>
            <a:t>Product Owner – The communicator between customers,  the Scrum team, and executives to prioritize goals and enhance transparency.  They are ultimately responsible for the product decisions (Kaczor, 2025). One of the most vital members of the Scrum Team, as Agile relies on good communication and transparency.</a:t>
          </a:r>
        </a:p>
      </dsp:txBody>
      <dsp:txXfrm>
        <a:off x="893665" y="968697"/>
        <a:ext cx="10135949" cy="773736"/>
      </dsp:txXfrm>
    </dsp:sp>
    <dsp:sp modelId="{129D6B77-5887-4D5D-9203-95DEF337413D}">
      <dsp:nvSpPr>
        <dsp:cNvPr id="0" name=""/>
        <dsp:cNvSpPr/>
      </dsp:nvSpPr>
      <dsp:spPr>
        <a:xfrm>
          <a:off x="0" y="1935868"/>
          <a:ext cx="11029615" cy="7737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A631E2-4D0B-41D3-83FA-D5D79084710A}">
      <dsp:nvSpPr>
        <dsp:cNvPr id="0" name=""/>
        <dsp:cNvSpPr/>
      </dsp:nvSpPr>
      <dsp:spPr>
        <a:xfrm>
          <a:off x="234055" y="2109959"/>
          <a:ext cx="425555" cy="4255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C7B5167-3A22-4008-9218-4A2DF0E736CA}">
      <dsp:nvSpPr>
        <dsp:cNvPr id="0" name=""/>
        <dsp:cNvSpPr/>
      </dsp:nvSpPr>
      <dsp:spPr>
        <a:xfrm>
          <a:off x="893665" y="1935868"/>
          <a:ext cx="10135949" cy="77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887" tIns="81887" rIns="81887" bIns="81887" numCol="1" spcCol="1270" anchor="ctr" anchorCtr="0">
          <a:noAutofit/>
        </a:bodyPr>
        <a:lstStyle/>
        <a:p>
          <a:pPr marL="0" lvl="0" indent="0" algn="l" defTabSz="666750">
            <a:lnSpc>
              <a:spcPct val="90000"/>
            </a:lnSpc>
            <a:spcBef>
              <a:spcPct val="0"/>
            </a:spcBef>
            <a:spcAft>
              <a:spcPct val="35000"/>
            </a:spcAft>
            <a:buNone/>
          </a:pPr>
          <a:r>
            <a:rPr lang="en-US" sz="1500" kern="1200" dirty="0"/>
            <a:t>Developer – The one who writes the code,  builds the functions and features to be tested, and implements the software. These members will be your workhorses, tackling the software challenges and scaffolding your main product.</a:t>
          </a:r>
        </a:p>
      </dsp:txBody>
      <dsp:txXfrm>
        <a:off x="893665" y="1935868"/>
        <a:ext cx="10135949" cy="773736"/>
      </dsp:txXfrm>
    </dsp:sp>
    <dsp:sp modelId="{2CFAD3A0-F52C-4FDF-8D0E-DA2EF1BE873F}">
      <dsp:nvSpPr>
        <dsp:cNvPr id="0" name=""/>
        <dsp:cNvSpPr/>
      </dsp:nvSpPr>
      <dsp:spPr>
        <a:xfrm>
          <a:off x="0" y="2903039"/>
          <a:ext cx="11029615" cy="7737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38333F-8419-4399-889C-920C3350ECE0}">
      <dsp:nvSpPr>
        <dsp:cNvPr id="0" name=""/>
        <dsp:cNvSpPr/>
      </dsp:nvSpPr>
      <dsp:spPr>
        <a:xfrm>
          <a:off x="234055" y="3077130"/>
          <a:ext cx="425555" cy="4255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1F037E9-DB05-41A7-A71E-E1629551EEC8}">
      <dsp:nvSpPr>
        <dsp:cNvPr id="0" name=""/>
        <dsp:cNvSpPr/>
      </dsp:nvSpPr>
      <dsp:spPr>
        <a:xfrm>
          <a:off x="893665" y="2903039"/>
          <a:ext cx="10135949" cy="77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887" tIns="81887" rIns="81887" bIns="81887" numCol="1" spcCol="1270" anchor="ctr" anchorCtr="0">
          <a:noAutofit/>
        </a:bodyPr>
        <a:lstStyle/>
        <a:p>
          <a:pPr marL="0" lvl="0" indent="0" algn="l" defTabSz="666750">
            <a:lnSpc>
              <a:spcPct val="90000"/>
            </a:lnSpc>
            <a:spcBef>
              <a:spcPct val="0"/>
            </a:spcBef>
            <a:spcAft>
              <a:spcPct val="35000"/>
            </a:spcAft>
            <a:buNone/>
          </a:pPr>
          <a:r>
            <a:rPr lang="en-US" sz="1500" kern="1200" dirty="0"/>
            <a:t>Tester – The team member who builds test parameters for the developers using the data, feature requests, or issues they get from customer feedback or executive desires from the Product Owner. They can help find issues during development so the product gets continuous refinement throughout the life cycle.</a:t>
          </a:r>
        </a:p>
      </dsp:txBody>
      <dsp:txXfrm>
        <a:off x="893665" y="2903039"/>
        <a:ext cx="10135949" cy="7737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E0C4C6-C656-402F-B434-586A0076210F}">
      <dsp:nvSpPr>
        <dsp:cNvPr id="0" name=""/>
        <dsp:cNvSpPr/>
      </dsp:nvSpPr>
      <dsp:spPr>
        <a:xfrm>
          <a:off x="1130386" y="459087"/>
          <a:ext cx="903206" cy="72"/>
        </a:xfrm>
        <a:prstGeom prst="rect">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C4BB7D18-F95E-4CDC-B989-3DF4BE46402E}">
      <dsp:nvSpPr>
        <dsp:cNvPr id="0" name=""/>
        <dsp:cNvSpPr/>
      </dsp:nvSpPr>
      <dsp:spPr>
        <a:xfrm>
          <a:off x="2087785" y="383254"/>
          <a:ext cx="103868" cy="195092"/>
        </a:xfrm>
        <a:prstGeom prst="chevron">
          <a:avLst>
            <a:gd name="adj" fmla="val 9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AEC73997-259F-4B86-9193-293611EAAFE5}">
      <dsp:nvSpPr>
        <dsp:cNvPr id="0" name=""/>
        <dsp:cNvSpPr/>
      </dsp:nvSpPr>
      <dsp:spPr>
        <a:xfrm>
          <a:off x="558362" y="0"/>
          <a:ext cx="918247" cy="918247"/>
        </a:xfrm>
        <a:prstGeom prst="ellipse">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w="12700" cap="rnd" cmpd="sng" algn="ctr">
          <a:solidFill>
            <a:schemeClr val="accent3">
              <a:hueOff val="0"/>
              <a:satOff val="0"/>
              <a:lumOff val="0"/>
              <a:alphaOff val="0"/>
            </a:schemeClr>
          </a:solidFill>
          <a:prstDash val="solid"/>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1">
          <a:scrgbClr r="0" g="0" b="0"/>
        </a:lnRef>
        <a:fillRef idx="3">
          <a:scrgbClr r="0" g="0" b="0"/>
        </a:fillRef>
        <a:effectRef idx="3">
          <a:scrgbClr r="0" g="0" b="0"/>
        </a:effectRef>
        <a:fontRef idx="minor">
          <a:schemeClr val="lt1"/>
        </a:fontRef>
      </dsp:style>
      <dsp:txBody>
        <a:bodyPr spcFirstLastPara="0" vert="horz" wrap="square" lIns="35633" tIns="35633" rIns="35633" bIns="35633" numCol="1" spcCol="1270" anchor="ctr" anchorCtr="0">
          <a:noAutofit/>
        </a:bodyPr>
        <a:lstStyle/>
        <a:p>
          <a:pPr marL="0" lvl="0" indent="0" algn="ctr" defTabSz="1911350">
            <a:lnSpc>
              <a:spcPct val="90000"/>
            </a:lnSpc>
            <a:spcBef>
              <a:spcPct val="0"/>
            </a:spcBef>
            <a:spcAft>
              <a:spcPct val="35000"/>
            </a:spcAft>
            <a:buNone/>
          </a:pPr>
          <a:r>
            <a:rPr lang="en-US" sz="4300" kern="1200"/>
            <a:t>1</a:t>
          </a:r>
        </a:p>
      </dsp:txBody>
      <dsp:txXfrm>
        <a:off x="692836" y="134474"/>
        <a:ext cx="649299" cy="649299"/>
      </dsp:txXfrm>
    </dsp:sp>
    <dsp:sp modelId="{A32B2494-FC29-4D44-BF90-BD9448F95B58}">
      <dsp:nvSpPr>
        <dsp:cNvPr id="0" name=""/>
        <dsp:cNvSpPr/>
      </dsp:nvSpPr>
      <dsp:spPr>
        <a:xfrm>
          <a:off x="1378" y="1083847"/>
          <a:ext cx="2032214" cy="3287002"/>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txBody>
        <a:bodyPr spcFirstLastPara="0" vert="horz" wrap="square" lIns="160303" tIns="165100" rIns="160303" bIns="165100" numCol="1" spcCol="1270" anchor="t" anchorCtr="0">
          <a:noAutofit/>
        </a:bodyPr>
        <a:lstStyle/>
        <a:p>
          <a:pPr marL="0" lvl="0" indent="0" algn="l" defTabSz="622300">
            <a:lnSpc>
              <a:spcPct val="90000"/>
            </a:lnSpc>
            <a:spcBef>
              <a:spcPct val="0"/>
            </a:spcBef>
            <a:spcAft>
              <a:spcPct val="35000"/>
            </a:spcAft>
            <a:buNone/>
          </a:pPr>
          <a:r>
            <a:rPr lang="en-US" sz="1400" b="1" kern="1200" dirty="0"/>
            <a:t>Ideation</a:t>
          </a:r>
          <a:r>
            <a:rPr lang="en-US" sz="1400" kern="1200" dirty="0"/>
            <a:t> – The product owner works with stakeholders and executives to build the idea. All product desires and goals are outlined and prioritized in this stage to protect from over-engineering and resource allocation (DiCesare, 2025). This stage is important as it defines the very concept of the product.</a:t>
          </a:r>
        </a:p>
      </dsp:txBody>
      <dsp:txXfrm>
        <a:off x="1378" y="1490290"/>
        <a:ext cx="2032214" cy="2880559"/>
      </dsp:txXfrm>
    </dsp:sp>
    <dsp:sp modelId="{D81AB56B-F254-40BA-AECC-EE4A739E01BB}">
      <dsp:nvSpPr>
        <dsp:cNvPr id="0" name=""/>
        <dsp:cNvSpPr/>
      </dsp:nvSpPr>
      <dsp:spPr>
        <a:xfrm>
          <a:off x="2259395" y="459087"/>
          <a:ext cx="2032214" cy="72"/>
        </a:xfrm>
        <a:prstGeom prst="rect">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14753F2C-C1AA-44A1-9EEE-3BB7FD696B17}">
      <dsp:nvSpPr>
        <dsp:cNvPr id="0" name=""/>
        <dsp:cNvSpPr/>
      </dsp:nvSpPr>
      <dsp:spPr>
        <a:xfrm>
          <a:off x="4345802" y="383254"/>
          <a:ext cx="103868" cy="195092"/>
        </a:xfrm>
        <a:prstGeom prst="chevron">
          <a:avLst>
            <a:gd name="adj" fmla="val 9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C41CC331-37EE-4760-8B8B-9B146679125D}">
      <dsp:nvSpPr>
        <dsp:cNvPr id="0" name=""/>
        <dsp:cNvSpPr/>
      </dsp:nvSpPr>
      <dsp:spPr>
        <a:xfrm>
          <a:off x="2816378" y="0"/>
          <a:ext cx="918247" cy="918247"/>
        </a:xfrm>
        <a:prstGeom prst="ellipse">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w="12700" cap="rnd" cmpd="sng" algn="ctr">
          <a:solidFill>
            <a:schemeClr val="accent3">
              <a:hueOff val="0"/>
              <a:satOff val="0"/>
              <a:lumOff val="0"/>
              <a:alphaOff val="0"/>
            </a:schemeClr>
          </a:solidFill>
          <a:prstDash val="solid"/>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1">
          <a:scrgbClr r="0" g="0" b="0"/>
        </a:lnRef>
        <a:fillRef idx="3">
          <a:scrgbClr r="0" g="0" b="0"/>
        </a:fillRef>
        <a:effectRef idx="3">
          <a:scrgbClr r="0" g="0" b="0"/>
        </a:effectRef>
        <a:fontRef idx="minor">
          <a:schemeClr val="lt1"/>
        </a:fontRef>
      </dsp:style>
      <dsp:txBody>
        <a:bodyPr spcFirstLastPara="0" vert="horz" wrap="square" lIns="35633" tIns="35633" rIns="35633" bIns="35633" numCol="1" spcCol="1270" anchor="ctr" anchorCtr="0">
          <a:noAutofit/>
        </a:bodyPr>
        <a:lstStyle/>
        <a:p>
          <a:pPr marL="0" lvl="0" indent="0" algn="ctr" defTabSz="1911350">
            <a:lnSpc>
              <a:spcPct val="90000"/>
            </a:lnSpc>
            <a:spcBef>
              <a:spcPct val="0"/>
            </a:spcBef>
            <a:spcAft>
              <a:spcPct val="35000"/>
            </a:spcAft>
            <a:buNone/>
          </a:pPr>
          <a:r>
            <a:rPr lang="en-US" sz="4300" kern="1200"/>
            <a:t>2</a:t>
          </a:r>
        </a:p>
      </dsp:txBody>
      <dsp:txXfrm>
        <a:off x="2950852" y="134474"/>
        <a:ext cx="649299" cy="649299"/>
      </dsp:txXfrm>
    </dsp:sp>
    <dsp:sp modelId="{BAA2004B-D520-4626-B88E-BE59EFF80038}">
      <dsp:nvSpPr>
        <dsp:cNvPr id="0" name=""/>
        <dsp:cNvSpPr/>
      </dsp:nvSpPr>
      <dsp:spPr>
        <a:xfrm>
          <a:off x="2259395" y="1083847"/>
          <a:ext cx="2032214" cy="3287002"/>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txBody>
        <a:bodyPr spcFirstLastPara="0" vert="horz" wrap="square" lIns="160303" tIns="165100" rIns="160303" bIns="165100" numCol="1" spcCol="1270" anchor="t" anchorCtr="0">
          <a:noAutofit/>
        </a:bodyPr>
        <a:lstStyle/>
        <a:p>
          <a:pPr marL="0" lvl="0" indent="0" algn="l" defTabSz="622300">
            <a:lnSpc>
              <a:spcPct val="90000"/>
            </a:lnSpc>
            <a:spcBef>
              <a:spcPct val="0"/>
            </a:spcBef>
            <a:spcAft>
              <a:spcPct val="35000"/>
            </a:spcAft>
            <a:buNone/>
          </a:pPr>
          <a:r>
            <a:rPr lang="en-US" sz="1400" b="1" kern="1200" dirty="0"/>
            <a:t>Development</a:t>
          </a:r>
          <a:r>
            <a:rPr lang="en-US" sz="1400" kern="1200" dirty="0"/>
            <a:t> – Teams can then meet for their Daily Scrums to plan and begin developing the product and collaborating with each other. The main focus is on software creation and getting the main components built, making the overall framework.</a:t>
          </a:r>
        </a:p>
      </dsp:txBody>
      <dsp:txXfrm>
        <a:off x="2259395" y="1490290"/>
        <a:ext cx="2032214" cy="2880559"/>
      </dsp:txXfrm>
    </dsp:sp>
    <dsp:sp modelId="{42928C22-13C9-496C-8061-3C95B7C5F1FC}">
      <dsp:nvSpPr>
        <dsp:cNvPr id="0" name=""/>
        <dsp:cNvSpPr/>
      </dsp:nvSpPr>
      <dsp:spPr>
        <a:xfrm>
          <a:off x="4517411" y="459087"/>
          <a:ext cx="2032214" cy="72"/>
        </a:xfrm>
        <a:prstGeom prst="rect">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8164F7B0-414B-4162-9541-7FB45DCD43D6}">
      <dsp:nvSpPr>
        <dsp:cNvPr id="0" name=""/>
        <dsp:cNvSpPr/>
      </dsp:nvSpPr>
      <dsp:spPr>
        <a:xfrm>
          <a:off x="6603819" y="383254"/>
          <a:ext cx="103868" cy="195092"/>
        </a:xfrm>
        <a:prstGeom prst="chevron">
          <a:avLst>
            <a:gd name="adj" fmla="val 9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55F3B9C3-1191-4EF8-9840-B3D62483C595}">
      <dsp:nvSpPr>
        <dsp:cNvPr id="0" name=""/>
        <dsp:cNvSpPr/>
      </dsp:nvSpPr>
      <dsp:spPr>
        <a:xfrm>
          <a:off x="5074395" y="0"/>
          <a:ext cx="918247" cy="918247"/>
        </a:xfrm>
        <a:prstGeom prst="ellipse">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w="12700" cap="rnd" cmpd="sng" algn="ctr">
          <a:solidFill>
            <a:schemeClr val="accent3">
              <a:hueOff val="0"/>
              <a:satOff val="0"/>
              <a:lumOff val="0"/>
              <a:alphaOff val="0"/>
            </a:schemeClr>
          </a:solidFill>
          <a:prstDash val="solid"/>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1">
          <a:scrgbClr r="0" g="0" b="0"/>
        </a:lnRef>
        <a:fillRef idx="3">
          <a:scrgbClr r="0" g="0" b="0"/>
        </a:fillRef>
        <a:effectRef idx="3">
          <a:scrgbClr r="0" g="0" b="0"/>
        </a:effectRef>
        <a:fontRef idx="minor">
          <a:schemeClr val="lt1"/>
        </a:fontRef>
      </dsp:style>
      <dsp:txBody>
        <a:bodyPr spcFirstLastPara="0" vert="horz" wrap="square" lIns="35633" tIns="35633" rIns="35633" bIns="35633" numCol="1" spcCol="1270" anchor="ctr" anchorCtr="0">
          <a:noAutofit/>
        </a:bodyPr>
        <a:lstStyle/>
        <a:p>
          <a:pPr marL="0" lvl="0" indent="0" algn="ctr" defTabSz="1911350">
            <a:lnSpc>
              <a:spcPct val="90000"/>
            </a:lnSpc>
            <a:spcBef>
              <a:spcPct val="0"/>
            </a:spcBef>
            <a:spcAft>
              <a:spcPct val="35000"/>
            </a:spcAft>
            <a:buNone/>
          </a:pPr>
          <a:r>
            <a:rPr lang="en-US" sz="4300" kern="1200"/>
            <a:t>3</a:t>
          </a:r>
        </a:p>
      </dsp:txBody>
      <dsp:txXfrm>
        <a:off x="5208869" y="134474"/>
        <a:ext cx="649299" cy="649299"/>
      </dsp:txXfrm>
    </dsp:sp>
    <dsp:sp modelId="{B721BCAB-4DF4-4763-8294-51C91CC29F92}">
      <dsp:nvSpPr>
        <dsp:cNvPr id="0" name=""/>
        <dsp:cNvSpPr/>
      </dsp:nvSpPr>
      <dsp:spPr>
        <a:xfrm>
          <a:off x="4517411" y="1083847"/>
          <a:ext cx="2032214" cy="3287002"/>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txBody>
        <a:bodyPr spcFirstLastPara="0" vert="horz" wrap="square" lIns="160303" tIns="165100" rIns="160303" bIns="165100" numCol="1" spcCol="1270" anchor="t" anchorCtr="0">
          <a:noAutofit/>
        </a:bodyPr>
        <a:lstStyle/>
        <a:p>
          <a:pPr marL="0" lvl="0" indent="0" algn="l" defTabSz="622300">
            <a:lnSpc>
              <a:spcPct val="90000"/>
            </a:lnSpc>
            <a:spcBef>
              <a:spcPct val="0"/>
            </a:spcBef>
            <a:spcAft>
              <a:spcPct val="35000"/>
            </a:spcAft>
            <a:buNone/>
          </a:pPr>
          <a:r>
            <a:rPr lang="en-US" sz="1400" b="1" kern="1200" dirty="0"/>
            <a:t>Testing</a:t>
          </a:r>
          <a:r>
            <a:rPr lang="en-US" sz="1400" kern="1200" dirty="0"/>
            <a:t> – Testing occurs throughout the sprint, after sections of the software are done. Errors and bugs can be identified, and changes or fixes can occur before the team gets too far ahead. </a:t>
          </a:r>
        </a:p>
      </dsp:txBody>
      <dsp:txXfrm>
        <a:off x="4517411" y="1490290"/>
        <a:ext cx="2032214" cy="2880559"/>
      </dsp:txXfrm>
    </dsp:sp>
    <dsp:sp modelId="{4C7B3E3A-3A28-406F-A80B-FA7A976BD2F8}">
      <dsp:nvSpPr>
        <dsp:cNvPr id="0" name=""/>
        <dsp:cNvSpPr/>
      </dsp:nvSpPr>
      <dsp:spPr>
        <a:xfrm>
          <a:off x="6775428" y="459087"/>
          <a:ext cx="2032214" cy="72"/>
        </a:xfrm>
        <a:prstGeom prst="rect">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959C9625-D588-4603-9CC2-043D6F158D71}">
      <dsp:nvSpPr>
        <dsp:cNvPr id="0" name=""/>
        <dsp:cNvSpPr/>
      </dsp:nvSpPr>
      <dsp:spPr>
        <a:xfrm>
          <a:off x="8861835" y="383254"/>
          <a:ext cx="103868" cy="195092"/>
        </a:xfrm>
        <a:prstGeom prst="chevron">
          <a:avLst>
            <a:gd name="adj" fmla="val 9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078BF44B-C483-4050-9ED7-E31860E3F35E}">
      <dsp:nvSpPr>
        <dsp:cNvPr id="0" name=""/>
        <dsp:cNvSpPr/>
      </dsp:nvSpPr>
      <dsp:spPr>
        <a:xfrm>
          <a:off x="7332411" y="0"/>
          <a:ext cx="918247" cy="918247"/>
        </a:xfrm>
        <a:prstGeom prst="ellipse">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w="12700" cap="rnd" cmpd="sng" algn="ctr">
          <a:solidFill>
            <a:schemeClr val="accent3">
              <a:hueOff val="0"/>
              <a:satOff val="0"/>
              <a:lumOff val="0"/>
              <a:alphaOff val="0"/>
            </a:schemeClr>
          </a:solidFill>
          <a:prstDash val="solid"/>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1">
          <a:scrgbClr r="0" g="0" b="0"/>
        </a:lnRef>
        <a:fillRef idx="3">
          <a:scrgbClr r="0" g="0" b="0"/>
        </a:fillRef>
        <a:effectRef idx="3">
          <a:scrgbClr r="0" g="0" b="0"/>
        </a:effectRef>
        <a:fontRef idx="minor">
          <a:schemeClr val="lt1"/>
        </a:fontRef>
      </dsp:style>
      <dsp:txBody>
        <a:bodyPr spcFirstLastPara="0" vert="horz" wrap="square" lIns="35633" tIns="35633" rIns="35633" bIns="35633" numCol="1" spcCol="1270" anchor="ctr" anchorCtr="0">
          <a:noAutofit/>
        </a:bodyPr>
        <a:lstStyle/>
        <a:p>
          <a:pPr marL="0" lvl="0" indent="0" algn="ctr" defTabSz="1911350">
            <a:lnSpc>
              <a:spcPct val="90000"/>
            </a:lnSpc>
            <a:spcBef>
              <a:spcPct val="0"/>
            </a:spcBef>
            <a:spcAft>
              <a:spcPct val="35000"/>
            </a:spcAft>
            <a:buNone/>
          </a:pPr>
          <a:r>
            <a:rPr lang="en-US" sz="4300" kern="1200"/>
            <a:t>4</a:t>
          </a:r>
        </a:p>
      </dsp:txBody>
      <dsp:txXfrm>
        <a:off x="7466885" y="134474"/>
        <a:ext cx="649299" cy="649299"/>
      </dsp:txXfrm>
    </dsp:sp>
    <dsp:sp modelId="{570F679D-C65B-40EC-AEAF-F4B4ED1855BB}">
      <dsp:nvSpPr>
        <dsp:cNvPr id="0" name=""/>
        <dsp:cNvSpPr/>
      </dsp:nvSpPr>
      <dsp:spPr>
        <a:xfrm>
          <a:off x="6775428" y="1083847"/>
          <a:ext cx="2032214" cy="3287002"/>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txBody>
        <a:bodyPr spcFirstLastPara="0" vert="horz" wrap="square" lIns="160303" tIns="165100" rIns="160303" bIns="165100" numCol="1" spcCol="1270" anchor="t" anchorCtr="0">
          <a:noAutofit/>
        </a:bodyPr>
        <a:lstStyle/>
        <a:p>
          <a:pPr marL="0" lvl="0" indent="0" algn="l" defTabSz="622300">
            <a:lnSpc>
              <a:spcPct val="90000"/>
            </a:lnSpc>
            <a:spcBef>
              <a:spcPct val="0"/>
            </a:spcBef>
            <a:spcAft>
              <a:spcPct val="35000"/>
            </a:spcAft>
            <a:buNone/>
          </a:pPr>
          <a:r>
            <a:rPr lang="en-US" sz="1400" b="1" kern="1200" dirty="0"/>
            <a:t>Deployment</a:t>
          </a:r>
          <a:r>
            <a:rPr lang="en-US" sz="1400" kern="1200" dirty="0"/>
            <a:t> – Once all bugs are fixed, requirements are mapped, and testing is concluded, the product can ship to production for the customer to use. This stage is important for finally seeing the product in a live environment.</a:t>
          </a:r>
        </a:p>
      </dsp:txBody>
      <dsp:txXfrm>
        <a:off x="6775428" y="1490290"/>
        <a:ext cx="2032214" cy="2880559"/>
      </dsp:txXfrm>
    </dsp:sp>
    <dsp:sp modelId="{B28E8AF9-F67E-456C-AD22-1A7761126EE5}">
      <dsp:nvSpPr>
        <dsp:cNvPr id="0" name=""/>
        <dsp:cNvSpPr/>
      </dsp:nvSpPr>
      <dsp:spPr>
        <a:xfrm>
          <a:off x="9033444" y="459087"/>
          <a:ext cx="1016107" cy="72"/>
        </a:xfrm>
        <a:prstGeom prst="rect">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sp>
    <dsp:sp modelId="{3926E7D5-FF26-412C-B2FC-EB2AFB23B7F8}">
      <dsp:nvSpPr>
        <dsp:cNvPr id="0" name=""/>
        <dsp:cNvSpPr/>
      </dsp:nvSpPr>
      <dsp:spPr>
        <a:xfrm>
          <a:off x="9590428" y="0"/>
          <a:ext cx="918247" cy="918247"/>
        </a:xfrm>
        <a:prstGeom prst="ellipse">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w="12700" cap="rnd" cmpd="sng" algn="ctr">
          <a:solidFill>
            <a:schemeClr val="accent3">
              <a:hueOff val="0"/>
              <a:satOff val="0"/>
              <a:lumOff val="0"/>
              <a:alphaOff val="0"/>
            </a:schemeClr>
          </a:solidFill>
          <a:prstDash val="solid"/>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1">
          <a:scrgbClr r="0" g="0" b="0"/>
        </a:lnRef>
        <a:fillRef idx="3">
          <a:scrgbClr r="0" g="0" b="0"/>
        </a:fillRef>
        <a:effectRef idx="3">
          <a:scrgbClr r="0" g="0" b="0"/>
        </a:effectRef>
        <a:fontRef idx="minor">
          <a:schemeClr val="lt1"/>
        </a:fontRef>
      </dsp:style>
      <dsp:txBody>
        <a:bodyPr spcFirstLastPara="0" vert="horz" wrap="square" lIns="35633" tIns="35633" rIns="35633" bIns="35633" numCol="1" spcCol="1270" anchor="ctr" anchorCtr="0">
          <a:noAutofit/>
        </a:bodyPr>
        <a:lstStyle/>
        <a:p>
          <a:pPr marL="0" lvl="0" indent="0" algn="ctr" defTabSz="1911350">
            <a:lnSpc>
              <a:spcPct val="90000"/>
            </a:lnSpc>
            <a:spcBef>
              <a:spcPct val="0"/>
            </a:spcBef>
            <a:spcAft>
              <a:spcPct val="35000"/>
            </a:spcAft>
            <a:buNone/>
          </a:pPr>
          <a:r>
            <a:rPr lang="en-US" sz="4300" kern="1200"/>
            <a:t>5</a:t>
          </a:r>
        </a:p>
      </dsp:txBody>
      <dsp:txXfrm>
        <a:off x="9724902" y="134474"/>
        <a:ext cx="649299" cy="649299"/>
      </dsp:txXfrm>
    </dsp:sp>
    <dsp:sp modelId="{A161DE15-930B-4310-9366-86BDC9E81626}">
      <dsp:nvSpPr>
        <dsp:cNvPr id="0" name=""/>
        <dsp:cNvSpPr/>
      </dsp:nvSpPr>
      <dsp:spPr>
        <a:xfrm>
          <a:off x="9033444" y="1083847"/>
          <a:ext cx="2032214" cy="3287002"/>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rnd" cmpd="sng" algn="ctr">
          <a:solidFill>
            <a:schemeClr val="accent3">
              <a:alpha val="90000"/>
              <a:tint val="40000"/>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1">
          <a:scrgbClr r="0" g="0" b="0"/>
        </a:fillRef>
        <a:effectRef idx="2">
          <a:scrgbClr r="0" g="0" b="0"/>
        </a:effectRef>
        <a:fontRef idx="minor"/>
      </dsp:style>
      <dsp:txBody>
        <a:bodyPr spcFirstLastPara="0" vert="horz" wrap="square" lIns="160303" tIns="165100" rIns="160303" bIns="165100" numCol="1" spcCol="1270" anchor="t" anchorCtr="0">
          <a:noAutofit/>
        </a:bodyPr>
        <a:lstStyle/>
        <a:p>
          <a:pPr marL="0" lvl="0" indent="0" algn="l" defTabSz="622300">
            <a:lnSpc>
              <a:spcPct val="90000"/>
            </a:lnSpc>
            <a:spcBef>
              <a:spcPct val="0"/>
            </a:spcBef>
            <a:spcAft>
              <a:spcPct val="35000"/>
            </a:spcAft>
            <a:buNone/>
          </a:pPr>
          <a:r>
            <a:rPr lang="en-US" sz="1400" b="1" kern="1200" dirty="0"/>
            <a:t>Operations</a:t>
          </a:r>
          <a:r>
            <a:rPr lang="en-US" sz="1400" kern="1200" dirty="0"/>
            <a:t> – </a:t>
          </a:r>
          <a:r>
            <a:rPr lang="en-US" sz="1400" b="0" kern="1200" dirty="0"/>
            <a:t>O</a:t>
          </a:r>
          <a:r>
            <a:rPr lang="en-US" sz="1400" kern="1200" dirty="0"/>
            <a:t>ngoing maintenance to ensure the product stays relevant for technological advancements, bug fixes from a larger customer base, and feedback from customers. Most importantly, it’s a continuous step that keeps the hard work alive.</a:t>
          </a:r>
        </a:p>
      </dsp:txBody>
      <dsp:txXfrm>
        <a:off x="9033444" y="1490290"/>
        <a:ext cx="2032214" cy="28805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11AB38-8B68-41B0-897B-4FB585A8FBC7}">
      <dsp:nvSpPr>
        <dsp:cNvPr id="0" name=""/>
        <dsp:cNvSpPr/>
      </dsp:nvSpPr>
      <dsp:spPr>
        <a:xfrm>
          <a:off x="889731" y="417303"/>
          <a:ext cx="1076986" cy="10769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EF58D0C-32F0-479C-9F44-2B4A8C6DDEA9}">
      <dsp:nvSpPr>
        <dsp:cNvPr id="0" name=""/>
        <dsp:cNvSpPr/>
      </dsp:nvSpPr>
      <dsp:spPr>
        <a:xfrm>
          <a:off x="231573" y="1848650"/>
          <a:ext cx="2393302" cy="930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dirty="0"/>
            <a:t>The waterfall method is where you plan every possible variable before you begin creating the product. </a:t>
          </a:r>
        </a:p>
      </dsp:txBody>
      <dsp:txXfrm>
        <a:off x="231573" y="1848650"/>
        <a:ext cx="2393302" cy="930146"/>
      </dsp:txXfrm>
    </dsp:sp>
    <dsp:sp modelId="{56175A86-77A7-422C-8002-03FF79CE6C03}">
      <dsp:nvSpPr>
        <dsp:cNvPr id="0" name=""/>
        <dsp:cNvSpPr/>
      </dsp:nvSpPr>
      <dsp:spPr>
        <a:xfrm>
          <a:off x="3701861" y="417303"/>
          <a:ext cx="1076986" cy="10769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FBCBCFE-0A60-43E5-8F8F-5D62615EA63A}">
      <dsp:nvSpPr>
        <dsp:cNvPr id="0" name=""/>
        <dsp:cNvSpPr/>
      </dsp:nvSpPr>
      <dsp:spPr>
        <a:xfrm>
          <a:off x="3043703" y="1848650"/>
          <a:ext cx="2393302" cy="930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dirty="0"/>
            <a:t>Detailed planning ensues for each phase of the project.</a:t>
          </a:r>
        </a:p>
      </dsp:txBody>
      <dsp:txXfrm>
        <a:off x="3043703" y="1848650"/>
        <a:ext cx="2393302" cy="930146"/>
      </dsp:txXfrm>
    </dsp:sp>
    <dsp:sp modelId="{5B330725-AFED-4B9C-A505-E3017E8A7E99}">
      <dsp:nvSpPr>
        <dsp:cNvPr id="0" name=""/>
        <dsp:cNvSpPr/>
      </dsp:nvSpPr>
      <dsp:spPr>
        <a:xfrm>
          <a:off x="6513992" y="417303"/>
          <a:ext cx="1076986" cy="10769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845FA70-A95A-4637-A990-3923EC116444}">
      <dsp:nvSpPr>
        <dsp:cNvPr id="0" name=""/>
        <dsp:cNvSpPr/>
      </dsp:nvSpPr>
      <dsp:spPr>
        <a:xfrm>
          <a:off x="5855833" y="1848650"/>
          <a:ext cx="2393302" cy="930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dirty="0"/>
            <a:t>Each step and phase will be followed until the entire project is complete (Adobe, 2025).</a:t>
          </a:r>
        </a:p>
      </dsp:txBody>
      <dsp:txXfrm>
        <a:off x="5855833" y="1848650"/>
        <a:ext cx="2393302" cy="930146"/>
      </dsp:txXfrm>
    </dsp:sp>
    <dsp:sp modelId="{E4166766-F75A-4E3A-A1C0-479C535C99CA}">
      <dsp:nvSpPr>
        <dsp:cNvPr id="0" name=""/>
        <dsp:cNvSpPr/>
      </dsp:nvSpPr>
      <dsp:spPr>
        <a:xfrm>
          <a:off x="9326122" y="417303"/>
          <a:ext cx="1076986" cy="10769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6DFF187-886B-463D-9B5C-1E856DBBC085}">
      <dsp:nvSpPr>
        <dsp:cNvPr id="0" name=""/>
        <dsp:cNvSpPr/>
      </dsp:nvSpPr>
      <dsp:spPr>
        <a:xfrm>
          <a:off x="8667964" y="1848650"/>
          <a:ext cx="2393302" cy="930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a:t>The entire product relies on a lot of preparation and documenting along the way to combat errors you may face later on (Adobe, 2025).</a:t>
          </a:r>
        </a:p>
      </dsp:txBody>
      <dsp:txXfrm>
        <a:off x="8667964" y="1848650"/>
        <a:ext cx="2393302" cy="93014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6/19/2026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6/19/2026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8BA5A-A8A5-071E-EF1B-A93EACD31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3E161-8493-58F9-0601-1867D0E63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7FD2A-A82A-77A0-D619-B6149F9A51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6C95D4-65C8-E05B-BF47-BDD14A6BF811}"/>
              </a:ext>
            </a:extLst>
          </p:cNvPr>
          <p:cNvSpPr>
            <a:spLocks noGrp="1"/>
          </p:cNvSpPr>
          <p:nvPr>
            <p:ph type="sldNum" sz="quarter" idx="5"/>
          </p:nvPr>
        </p:nvSpPr>
        <p:spPr/>
        <p:txBody>
          <a:bodyPr/>
          <a:lstStyle/>
          <a:p>
            <a:fld id="{C6B3AB32-59DF-41F1-9618-EDFBF5049629}" type="slidenum">
              <a:rPr lang="en-US" smtClean="0"/>
              <a:t>5</a:t>
            </a:fld>
            <a:endParaRPr lang="en-US" dirty="0"/>
          </a:p>
        </p:txBody>
      </p:sp>
    </p:spTree>
    <p:extLst>
      <p:ext uri="{BB962C8B-B14F-4D97-AF65-F5344CB8AC3E}">
        <p14:creationId xmlns:p14="http://schemas.microsoft.com/office/powerpoint/2010/main" val="3061801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6/19/2026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6/19/2026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6/19/2026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6/19/2026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6/19/2026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6/19/2026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hyperlink" Target="https://www.coursera.org/articles/agile-or-waterfall?utm_source=chatgpt.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business.adobe.com/blog/basics/agile-vs-waterfall-project-management" TargetMode="External"/><Relationship Id="rId5" Type="http://schemas.openxmlformats.org/officeDocument/2006/relationships/hyperlink" Target="https://www.mendix.com/blog/agile-software-development-lifecycle-stages/" TargetMode="External"/><Relationship Id="rId4" Type="http://schemas.openxmlformats.org/officeDocument/2006/relationships/hyperlink" Target="https://www.scrum.org/resources/blog/accountability-responsibility-and-authority-scru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dirty="0">
                <a:solidFill>
                  <a:schemeClr val="bg1"/>
                </a:solidFill>
              </a:rPr>
              <a:t>The Scrum-Agile Approach</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A modern approach for building modern software</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chor="b">
            <a:normAutofit/>
          </a:bodyPr>
          <a:lstStyle/>
          <a:p>
            <a:r>
              <a:rPr lang="en-US"/>
              <a:t>The Scrum Team and their roles</a:t>
            </a:r>
          </a:p>
        </p:txBody>
      </p:sp>
      <p:graphicFrame>
        <p:nvGraphicFramePr>
          <p:cNvPr id="33" name="Content Placeholder 4">
            <a:extLst>
              <a:ext uri="{FF2B5EF4-FFF2-40B4-BE49-F238E27FC236}">
                <a16:creationId xmlns:a16="http://schemas.microsoft.com/office/drawing/2014/main" id="{707680B4-D94A-1345-4AF4-C9E124ABED83}"/>
              </a:ext>
            </a:extLst>
          </p:cNvPr>
          <p:cNvGraphicFramePr>
            <a:graphicFrameLocks noGrp="1"/>
          </p:cNvGraphicFramePr>
          <p:nvPr>
            <p:ph idx="1"/>
            <p:extLst>
              <p:ext uri="{D42A27DB-BD31-4B8C-83A1-F6EECF244321}">
                <p14:modId xmlns:p14="http://schemas.microsoft.com/office/powerpoint/2010/main" val="1673152817"/>
              </p:ext>
            </p:extLst>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581192" y="5262296"/>
            <a:ext cx="4909445" cy="689514"/>
          </a:xfrm>
        </p:spPr>
        <p:txBody>
          <a:bodyPr anchor="ctr">
            <a:normAutofit/>
          </a:bodyPr>
          <a:lstStyle/>
          <a:p>
            <a:pPr>
              <a:lnSpc>
                <a:spcPct val="90000"/>
              </a:lnSpc>
            </a:pPr>
            <a:r>
              <a:rPr lang="en-US" dirty="0">
                <a:solidFill>
                  <a:schemeClr val="bg2"/>
                </a:solidFill>
              </a:rPr>
              <a:t>PHASES OF agile in the Software Development Lifecycle</a:t>
            </a:r>
          </a:p>
        </p:txBody>
      </p:sp>
      <p:graphicFrame>
        <p:nvGraphicFramePr>
          <p:cNvPr id="15" name="Content Placeholder 3">
            <a:extLst>
              <a:ext uri="{FF2B5EF4-FFF2-40B4-BE49-F238E27FC236}">
                <a16:creationId xmlns:a16="http://schemas.microsoft.com/office/drawing/2014/main" id="{E369CB8F-EFCC-3373-58DA-7487EF1C2D8A}"/>
              </a:ext>
            </a:extLst>
          </p:cNvPr>
          <p:cNvGraphicFramePr>
            <a:graphicFrameLocks noGrp="1"/>
          </p:cNvGraphicFramePr>
          <p:nvPr>
            <p:ph idx="1"/>
            <p:extLst>
              <p:ext uri="{D42A27DB-BD31-4B8C-83A1-F6EECF244321}">
                <p14:modId xmlns:p14="http://schemas.microsoft.com/office/powerpoint/2010/main" val="2881253211"/>
              </p:ext>
            </p:extLst>
          </p:nvPr>
        </p:nvGraphicFramePr>
        <p:xfrm>
          <a:off x="447816" y="601200"/>
          <a:ext cx="11292840" cy="4370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760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1192" y="5262296"/>
            <a:ext cx="4909445" cy="689514"/>
          </a:xfrm>
        </p:spPr>
        <p:txBody>
          <a:bodyPr vert="horz" lIns="91440" tIns="45720" rIns="91440" bIns="45720" rtlCol="0" anchor="ctr">
            <a:normAutofit/>
          </a:bodyPr>
          <a:lstStyle/>
          <a:p>
            <a:r>
              <a:rPr lang="en-US" b="0" kern="1200" cap="all" dirty="0">
                <a:solidFill>
                  <a:schemeClr val="bg2"/>
                </a:solidFill>
                <a:latin typeface="+mj-lt"/>
                <a:ea typeface="+mj-ea"/>
                <a:cs typeface="+mj-cs"/>
              </a:rPr>
              <a:t>Defining the waterfall method</a:t>
            </a:r>
          </a:p>
        </p:txBody>
      </p:sp>
      <p:sp>
        <p:nvSpPr>
          <p:cNvPr id="9" name="Content Placeholder 3">
            <a:extLst>
              <a:ext uri="{FF2B5EF4-FFF2-40B4-BE49-F238E27FC236}">
                <a16:creationId xmlns:a16="http://schemas.microsoft.com/office/drawing/2014/main" id="{B9A713EC-365D-02B3-B77E-AA37FEA9C2C2}"/>
              </a:ext>
            </a:extLst>
          </p:cNvPr>
          <p:cNvSpPr txBox="1">
            <a:spLocks/>
          </p:cNvSpPr>
          <p:nvPr/>
        </p:nvSpPr>
        <p:spPr>
          <a:xfrm>
            <a:off x="2713990" y="3814945"/>
            <a:ext cx="9028430" cy="689515"/>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nSpc>
                <a:spcPct val="90000"/>
              </a:lnSpc>
              <a:buNone/>
            </a:pPr>
            <a:r>
              <a:rPr lang="en-US" sz="1600" kern="1200" dirty="0">
                <a:solidFill>
                  <a:schemeClr val="tx1">
                    <a:lumMod val="95000"/>
                    <a:lumOff val="5000"/>
                  </a:schemeClr>
                </a:solidFill>
                <a:latin typeface="+mn-lt"/>
                <a:ea typeface="+mn-ea"/>
                <a:cs typeface="+mn-cs"/>
              </a:rPr>
              <a:t>Specifically, for the SNHU Travel Program, if we stuck to the original list-style vacations instead of a halfway through change to a slideshow, we could have better planned the features out and not spent time on some features that are now useless. The waterfall method allows you to predict the outcome better.</a:t>
            </a:r>
          </a:p>
        </p:txBody>
      </p:sp>
      <p:graphicFrame>
        <p:nvGraphicFramePr>
          <p:cNvPr id="13" name="Content Placeholder 3">
            <a:extLst>
              <a:ext uri="{FF2B5EF4-FFF2-40B4-BE49-F238E27FC236}">
                <a16:creationId xmlns:a16="http://schemas.microsoft.com/office/drawing/2014/main" id="{AE08B629-EF2B-BA80-EC21-E3CA67FE24A1}"/>
              </a:ext>
            </a:extLst>
          </p:cNvPr>
          <p:cNvGraphicFramePr>
            <a:graphicFrameLocks noGrp="1"/>
          </p:cNvGraphicFramePr>
          <p:nvPr>
            <p:ph idx="1"/>
            <p:extLst>
              <p:ext uri="{D42A27DB-BD31-4B8C-83A1-F6EECF244321}">
                <p14:modId xmlns:p14="http://schemas.microsoft.com/office/powerpoint/2010/main" val="372117970"/>
              </p:ext>
            </p:extLst>
          </p:nvPr>
        </p:nvGraphicFramePr>
        <p:xfrm>
          <a:off x="449580" y="601199"/>
          <a:ext cx="11292840" cy="31961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a:extLst>
              <a:ext uri="{FF2B5EF4-FFF2-40B4-BE49-F238E27FC236}">
                <a16:creationId xmlns:a16="http://schemas.microsoft.com/office/drawing/2014/main" id="{EE6EEA03-E1C7-7028-3F90-A9BFF7DC7680}"/>
              </a:ext>
            </a:extLst>
          </p:cNvPr>
          <p:cNvSpPr/>
          <p:nvPr/>
        </p:nvSpPr>
        <p:spPr>
          <a:xfrm>
            <a:off x="635000" y="3657600"/>
            <a:ext cx="2000250" cy="10042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Real World Application</a:t>
            </a:r>
          </a:p>
        </p:txBody>
      </p:sp>
    </p:spTree>
    <p:extLst>
      <p:ext uri="{BB962C8B-B14F-4D97-AF65-F5344CB8AC3E}">
        <p14:creationId xmlns:p14="http://schemas.microsoft.com/office/powerpoint/2010/main" val="4209322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1F1AE-8401-00E4-3A4F-256A0A1AC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8A879-EA98-7317-B925-4AF46BF5A319}"/>
              </a:ext>
            </a:extLst>
          </p:cNvPr>
          <p:cNvSpPr>
            <a:spLocks noGrp="1"/>
          </p:cNvSpPr>
          <p:nvPr>
            <p:ph type="title"/>
          </p:nvPr>
        </p:nvSpPr>
        <p:spPr>
          <a:xfrm>
            <a:off x="581193" y="729658"/>
            <a:ext cx="11029616" cy="988332"/>
          </a:xfrm>
        </p:spPr>
        <p:txBody>
          <a:bodyPr anchor="b">
            <a:normAutofit/>
          </a:bodyPr>
          <a:lstStyle/>
          <a:p>
            <a:r>
              <a:rPr lang="en-US"/>
              <a:t>Waterfall, or agile?</a:t>
            </a:r>
            <a:endParaRPr lang="en-US" dirty="0"/>
          </a:p>
        </p:txBody>
      </p:sp>
      <p:sp>
        <p:nvSpPr>
          <p:cNvPr id="4" name="Content Placeholder 3">
            <a:extLst>
              <a:ext uri="{FF2B5EF4-FFF2-40B4-BE49-F238E27FC236}">
                <a16:creationId xmlns:a16="http://schemas.microsoft.com/office/drawing/2014/main" id="{696129E4-C0A0-8BE2-4304-F2BB627E5028}"/>
              </a:ext>
            </a:extLst>
          </p:cNvPr>
          <p:cNvSpPr>
            <a:spLocks noGrp="1"/>
          </p:cNvSpPr>
          <p:nvPr>
            <p:ph sz="half" idx="1"/>
          </p:nvPr>
        </p:nvSpPr>
        <p:spPr>
          <a:xfrm>
            <a:off x="581193" y="2228003"/>
            <a:ext cx="5422390" cy="3633047"/>
          </a:xfrm>
        </p:spPr>
        <p:txBody>
          <a:bodyPr anchor="ctr">
            <a:normAutofit fontScale="92500"/>
          </a:bodyPr>
          <a:lstStyle/>
          <a:p>
            <a:r>
              <a:rPr lang="en-US" dirty="0"/>
              <a:t> The choice ultimately depends on your project. Smaller or stable projects will likely benefit from this method as it’s easier to plan stable variables vs changing variables.</a:t>
            </a:r>
          </a:p>
          <a:p>
            <a:r>
              <a:rPr lang="en-US" dirty="0"/>
              <a:t>However, larger projects that take lots of time will benefit greatly from the flexibility Agile offers. </a:t>
            </a:r>
          </a:p>
          <a:p>
            <a:r>
              <a:rPr lang="en-US" dirty="0"/>
              <a:t>Agile is broken into short Sprints to allow for quick creation of software or changes and adaptation for changes needed later on. (Coursera, 2025).</a:t>
            </a:r>
          </a:p>
          <a:p>
            <a:r>
              <a:rPr lang="en-US" dirty="0"/>
              <a:t> Technology is ever evolving, and so are the tools that customers expect. Agile allows for the implementation of new tools and customer desires as competing software emerges.</a:t>
            </a:r>
          </a:p>
        </p:txBody>
      </p:sp>
      <p:sp>
        <p:nvSpPr>
          <p:cNvPr id="7" name="Content Placeholder 3">
            <a:extLst>
              <a:ext uri="{FF2B5EF4-FFF2-40B4-BE49-F238E27FC236}">
                <a16:creationId xmlns:a16="http://schemas.microsoft.com/office/drawing/2014/main" id="{56C583F6-BC6A-D945-A493-7599F1915161}"/>
              </a:ext>
            </a:extLst>
          </p:cNvPr>
          <p:cNvSpPr txBox="1">
            <a:spLocks/>
          </p:cNvSpPr>
          <p:nvPr/>
        </p:nvSpPr>
        <p:spPr>
          <a:xfrm>
            <a:off x="6003583" y="1821603"/>
            <a:ext cx="5422390" cy="363304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In the SNHU Travel Project we experienced large changes and a ton of customer feedback for new features. If we had planned all of this with the waterfall method, we would have had a very hard time making changes.</a:t>
            </a:r>
          </a:p>
          <a:p>
            <a:r>
              <a:rPr lang="en-US" dirty="0"/>
              <a:t>The commitment the waterfall method requires simply makes more work for a larger, modern product in the end.</a:t>
            </a:r>
          </a:p>
          <a:p>
            <a:endParaRPr lang="en-US" dirty="0"/>
          </a:p>
        </p:txBody>
      </p:sp>
    </p:spTree>
    <p:extLst>
      <p:ext uri="{BB962C8B-B14F-4D97-AF65-F5344CB8AC3E}">
        <p14:creationId xmlns:p14="http://schemas.microsoft.com/office/powerpoint/2010/main" val="414343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3A7C564-C86D-B3EA-77D2-F469D53457D9}"/>
              </a:ext>
            </a:extLst>
          </p:cNvPr>
          <p:cNvSpPr txBox="1"/>
          <p:nvPr/>
        </p:nvSpPr>
        <p:spPr>
          <a:xfrm>
            <a:off x="581192" y="702156"/>
            <a:ext cx="11029616" cy="1013800"/>
          </a:xfrm>
          <a:prstGeom prst="rect">
            <a:avLst/>
          </a:prstGeom>
        </p:spPr>
        <p:txBody>
          <a:bodyPr vert="horz" lIns="91440" tIns="45720" rIns="91440" bIns="45720" rtlCol="0" anchor="b">
            <a:normAutofit/>
          </a:bodyPr>
          <a:lstStyle/>
          <a:p>
            <a:pPr>
              <a:spcBef>
                <a:spcPct val="0"/>
              </a:spcBef>
              <a:spcAft>
                <a:spcPts val="600"/>
              </a:spcAft>
            </a:pPr>
            <a:r>
              <a:rPr lang="en-US" sz="2800" b="0" kern="1200" cap="all" dirty="0">
                <a:solidFill>
                  <a:schemeClr val="bg1"/>
                </a:solidFill>
                <a:latin typeface="+mj-lt"/>
                <a:ea typeface="+mj-ea"/>
                <a:cs typeface="+mj-cs"/>
              </a:rPr>
              <a:t>REFERENCES</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2428" b="27610"/>
          <a:stretch>
            <a:fillRect/>
          </a:stretch>
        </p:blipFill>
        <p:spPr>
          <a:xfrm>
            <a:off x="450850" y="4782624"/>
            <a:ext cx="11255207" cy="1851949"/>
          </a:xfrm>
          <a:prstGeom prst="rect">
            <a:avLst/>
          </a:prstGeom>
          <a:noFill/>
        </p:spPr>
      </p:pic>
      <p:sp>
        <p:nvSpPr>
          <p:cNvPr id="11" name="TextBox 10">
            <a:extLst>
              <a:ext uri="{FF2B5EF4-FFF2-40B4-BE49-F238E27FC236}">
                <a16:creationId xmlns:a16="http://schemas.microsoft.com/office/drawing/2014/main" id="{D7D77E88-FB15-0E75-ED49-ED025DF69A0F}"/>
              </a:ext>
            </a:extLst>
          </p:cNvPr>
          <p:cNvSpPr txBox="1"/>
          <p:nvPr/>
        </p:nvSpPr>
        <p:spPr>
          <a:xfrm>
            <a:off x="450850" y="1835150"/>
            <a:ext cx="11255207" cy="3046988"/>
          </a:xfrm>
          <a:prstGeom prst="rect">
            <a:avLst/>
          </a:prstGeom>
          <a:noFill/>
        </p:spPr>
        <p:txBody>
          <a:bodyPr wrap="square" rtlCol="0">
            <a:spAutoFit/>
          </a:bodyPr>
          <a:lstStyle/>
          <a:p>
            <a:r>
              <a:rPr lang="en-US" sz="1600" dirty="0"/>
              <a:t>Kaczor, K. (2025, April 7). </a:t>
            </a:r>
            <a:r>
              <a:rPr lang="en-US" sz="1600" i="1" dirty="0"/>
              <a:t>Accountability, responsibility and authority in Scrum</a:t>
            </a:r>
            <a:r>
              <a:rPr lang="en-US" sz="1600" dirty="0"/>
              <a:t>. Scrum.org. </a:t>
            </a:r>
            <a:r>
              <a:rPr lang="en-US" sz="1600" dirty="0">
                <a:hlinkClick r:id="rId4"/>
              </a:rPr>
              <a:t>https://www.scrum.org/resources/blog/accountability-responsibility-and-authority-scrum</a:t>
            </a:r>
            <a:endParaRPr lang="en-US" sz="1600" dirty="0"/>
          </a:p>
          <a:p>
            <a:endParaRPr lang="en-US" sz="1600" dirty="0"/>
          </a:p>
          <a:p>
            <a:r>
              <a:rPr lang="en-US" sz="1600" dirty="0"/>
              <a:t>DiCesare, M. (2025, August 16). </a:t>
            </a:r>
            <a:r>
              <a:rPr lang="en-US" sz="1600" i="1" dirty="0"/>
              <a:t>The 5 stages of the Agile software development lifecycle</a:t>
            </a:r>
            <a:r>
              <a:rPr lang="en-US" sz="1600" dirty="0"/>
              <a:t>. </a:t>
            </a:r>
            <a:r>
              <a:rPr lang="en-US" sz="1600" dirty="0" err="1"/>
              <a:t>Mendix</a:t>
            </a:r>
            <a:r>
              <a:rPr lang="en-US" sz="1600" dirty="0"/>
              <a:t>. </a:t>
            </a:r>
          </a:p>
          <a:p>
            <a:r>
              <a:rPr lang="en-US" sz="1600" dirty="0">
                <a:hlinkClick r:id="rId5"/>
              </a:rPr>
              <a:t>https://www.mendix.com/blog/agile-software-development-lifecycle-stages/</a:t>
            </a:r>
            <a:endParaRPr lang="en-US" sz="1600" dirty="0"/>
          </a:p>
          <a:p>
            <a:endParaRPr lang="en-US" sz="1600" dirty="0"/>
          </a:p>
          <a:p>
            <a:r>
              <a:rPr lang="en-US" sz="1600" dirty="0"/>
              <a:t>Adobe. (2025, October 14). </a:t>
            </a:r>
            <a:r>
              <a:rPr lang="en-US" sz="1600" i="1" dirty="0"/>
              <a:t>Agile vs. waterfall methodology in project management</a:t>
            </a:r>
            <a:r>
              <a:rPr lang="en-US" sz="1600" dirty="0"/>
              <a:t>. Adobe Business. </a:t>
            </a:r>
            <a:r>
              <a:rPr lang="en-US" sz="1600" dirty="0">
                <a:hlinkClick r:id="rId6"/>
              </a:rPr>
              <a:t>https://business.adobe.com/blog/basics/agile-vs-waterfall-project-management</a:t>
            </a:r>
            <a:endParaRPr lang="en-US" sz="1600" dirty="0"/>
          </a:p>
          <a:p>
            <a:endParaRPr lang="en-US" sz="1600" dirty="0"/>
          </a:p>
          <a:p>
            <a:r>
              <a:rPr lang="en-US" sz="1600" dirty="0"/>
              <a:t>Coursera. (2025, August 4). </a:t>
            </a:r>
            <a:r>
              <a:rPr lang="en-US" sz="1600" i="1" dirty="0"/>
              <a:t>Agile or waterfall: Which project management approach is best?</a:t>
            </a:r>
            <a:r>
              <a:rPr lang="en-US" sz="1600" dirty="0"/>
              <a:t> Coursera. </a:t>
            </a:r>
            <a:r>
              <a:rPr lang="en-US" sz="1600" dirty="0">
                <a:hlinkClick r:id="rId7"/>
              </a:rPr>
              <a:t>https://www.coursera.org/articles/agile-or-waterfall</a:t>
            </a:r>
            <a:endParaRPr lang="en-US" sz="1600" dirty="0"/>
          </a:p>
          <a:p>
            <a:endParaRPr lang="en-US" sz="1600" dirty="0"/>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230</TotalTime>
  <Words>893</Words>
  <Application>Microsoft Office PowerPoint</Application>
  <PresentationFormat>Widescreen</PresentationFormat>
  <Paragraphs>46</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Gill Sans MT</vt:lpstr>
      <vt:lpstr>Wingdings 2</vt:lpstr>
      <vt:lpstr>Custom</vt:lpstr>
      <vt:lpstr>The Scrum-Agile Approach</vt:lpstr>
      <vt:lpstr>The Scrum Team and their roles</vt:lpstr>
      <vt:lpstr>PHASES OF agile in the Software Development Lifecycle</vt:lpstr>
      <vt:lpstr>Defining the waterfall method</vt:lpstr>
      <vt:lpstr>Waterfall, or agile?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Williams</dc:creator>
  <cp:lastModifiedBy>Jacob Williams</cp:lastModifiedBy>
  <cp:revision>110</cp:revision>
  <dcterms:created xsi:type="dcterms:W3CDTF">2026-06-18T20:04:28Z</dcterms:created>
  <dcterms:modified xsi:type="dcterms:W3CDTF">2026-06-20T01:03:43Z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